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846" r:id="rId4"/>
  </p:sldMasterIdLst>
  <p:notesMasterIdLst>
    <p:notesMasterId r:id="rId14"/>
  </p:notesMasterIdLst>
  <p:handoutMasterIdLst>
    <p:handoutMasterId r:id="rId15"/>
  </p:handoutMasterIdLst>
  <p:sldIdLst>
    <p:sldId id="496" r:id="rId5"/>
    <p:sldId id="515" r:id="rId6"/>
    <p:sldId id="516" r:id="rId7"/>
    <p:sldId id="508" r:id="rId8"/>
    <p:sldId id="513" r:id="rId9"/>
    <p:sldId id="509" r:id="rId10"/>
    <p:sldId id="514" r:id="rId11"/>
    <p:sldId id="511" r:id="rId12"/>
    <p:sldId id="512" r:id="rId13"/>
  </p:sldIdLst>
  <p:sldSz cx="9144000" cy="6858000" type="screen4x3"/>
  <p:notesSz cx="7010400" cy="9296400"/>
  <p:embeddedFontLst>
    <p:embeddedFont>
      <p:font typeface="Spectrum Sans" panose="020B0502020503020304" pitchFamily="34" charset="0"/>
      <p:regular r:id="rId16"/>
      <p:bold r:id="rId17"/>
      <p:italic r:id="rId18"/>
      <p:boldItalic r:id="rId19"/>
    </p:embeddedFont>
    <p:embeddedFont>
      <p:font typeface="Spectrum Sans Book" panose="020B0402020503020304" pitchFamily="34"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ting Up and Closing Out" id="{CBCFB200-2940-FF42-A114-4BCBA18FD8CD}">
          <p14:sldIdLst>
            <p14:sldId id="496"/>
            <p14:sldId id="515"/>
            <p14:sldId id="516"/>
            <p14:sldId id="508"/>
            <p14:sldId id="513"/>
            <p14:sldId id="509"/>
            <p14:sldId id="514"/>
            <p14:sldId id="511"/>
            <p14:sldId id="5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71EB"/>
    <a:srgbClr val="FF0000"/>
    <a:srgbClr val="13AE78"/>
    <a:srgbClr val="1D999E"/>
    <a:srgbClr val="2587C1"/>
    <a:srgbClr val="102F45"/>
    <a:srgbClr val="2E74E5"/>
    <a:srgbClr val="C43E1D"/>
    <a:srgbClr val="FFAEB5"/>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7F598B-6BF3-4B0E-9CB8-C5D43CE1B8F4}" v="6" dt="2026-05-26T17:50:36.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8"/>
  </p:normalViewPr>
  <p:slideViewPr>
    <p:cSldViewPr snapToGrid="0">
      <p:cViewPr varScale="1">
        <p:scale>
          <a:sx n="111" d="100"/>
          <a:sy n="111" d="100"/>
        </p:scale>
        <p:origin x="1650"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iesmer, Mark" userId="b56fb07e-602c-4680-be30-3d9460de7e64" providerId="ADAL" clId="{993765C3-6A9C-44BC-8F6F-56F6B1A71347}"/>
    <pc:docChg chg="custSel addSld delSld modSld modSection">
      <pc:chgData name="Bliesmer, Mark" userId="b56fb07e-602c-4680-be30-3d9460de7e64" providerId="ADAL" clId="{993765C3-6A9C-44BC-8F6F-56F6B1A71347}" dt="2026-05-26T17:56:04.384" v="889" actId="47"/>
      <pc:docMkLst>
        <pc:docMk/>
      </pc:docMkLst>
      <pc:sldChg chg="modSp mod">
        <pc:chgData name="Bliesmer, Mark" userId="b56fb07e-602c-4680-be30-3d9460de7e64" providerId="ADAL" clId="{993765C3-6A9C-44BC-8F6F-56F6B1A71347}" dt="2026-05-07T22:01:18.659" v="841" actId="113"/>
        <pc:sldMkLst>
          <pc:docMk/>
          <pc:sldMk cId="2057800368" sldId="509"/>
        </pc:sldMkLst>
        <pc:spChg chg="mod">
          <ac:chgData name="Bliesmer, Mark" userId="b56fb07e-602c-4680-be30-3d9460de7e64" providerId="ADAL" clId="{993765C3-6A9C-44BC-8F6F-56F6B1A71347}" dt="2026-05-07T22:01:18.659" v="841" actId="113"/>
          <ac:spMkLst>
            <pc:docMk/>
            <pc:sldMk cId="2057800368" sldId="509"/>
            <ac:spMk id="16" creationId="{17105DD3-7BFD-0C2B-4E97-DE492F240018}"/>
          </ac:spMkLst>
        </pc:spChg>
      </pc:sldChg>
      <pc:sldChg chg="addSp delSp modSp mod">
        <pc:chgData name="Bliesmer, Mark" userId="b56fb07e-602c-4680-be30-3d9460de7e64" providerId="ADAL" clId="{993765C3-6A9C-44BC-8F6F-56F6B1A71347}" dt="2026-05-07T22:00:17.085" v="745" actId="6549"/>
        <pc:sldMkLst>
          <pc:docMk/>
          <pc:sldMk cId="2474597131" sldId="516"/>
        </pc:sldMkLst>
        <pc:spChg chg="add mod">
          <ac:chgData name="Bliesmer, Mark" userId="b56fb07e-602c-4680-be30-3d9460de7e64" providerId="ADAL" clId="{993765C3-6A9C-44BC-8F6F-56F6B1A71347}" dt="2026-05-07T21:58:36.320" v="717" actId="1076"/>
          <ac:spMkLst>
            <pc:docMk/>
            <pc:sldMk cId="2474597131" sldId="516"/>
            <ac:spMk id="6" creationId="{A34F121E-7055-5041-6C4A-3E6A723B5A2E}"/>
          </ac:spMkLst>
        </pc:spChg>
        <pc:spChg chg="add mod">
          <ac:chgData name="Bliesmer, Mark" userId="b56fb07e-602c-4680-be30-3d9460de7e64" providerId="ADAL" clId="{993765C3-6A9C-44BC-8F6F-56F6B1A71347}" dt="2026-05-07T21:59:02.786" v="738" actId="20577"/>
          <ac:spMkLst>
            <pc:docMk/>
            <pc:sldMk cId="2474597131" sldId="516"/>
            <ac:spMk id="7" creationId="{D75492D3-BA76-6A32-014B-285E1C4038EA}"/>
          </ac:spMkLst>
        </pc:spChg>
        <pc:spChg chg="mod">
          <ac:chgData name="Bliesmer, Mark" userId="b56fb07e-602c-4680-be30-3d9460de7e64" providerId="ADAL" clId="{993765C3-6A9C-44BC-8F6F-56F6B1A71347}" dt="2026-05-07T22:00:17.085" v="745" actId="6549"/>
          <ac:spMkLst>
            <pc:docMk/>
            <pc:sldMk cId="2474597131" sldId="516"/>
            <ac:spMk id="10" creationId="{4B39CA82-9580-0ED6-2AD6-5C42EF98A1C0}"/>
          </ac:spMkLst>
        </pc:spChg>
        <pc:picChg chg="add mod">
          <ac:chgData name="Bliesmer, Mark" userId="b56fb07e-602c-4680-be30-3d9460de7e64" providerId="ADAL" clId="{993765C3-6A9C-44BC-8F6F-56F6B1A71347}" dt="2026-05-07T21:58:47.023" v="731" actId="1036"/>
          <ac:picMkLst>
            <pc:docMk/>
            <pc:sldMk cId="2474597131" sldId="516"/>
            <ac:picMk id="5" creationId="{3D183BAB-A8D3-34B2-65A2-6E8F73C694A9}"/>
          </ac:picMkLst>
        </pc:picChg>
        <pc:picChg chg="add mod">
          <ac:chgData name="Bliesmer, Mark" userId="b56fb07e-602c-4680-be30-3d9460de7e64" providerId="ADAL" clId="{993765C3-6A9C-44BC-8F6F-56F6B1A71347}" dt="2026-05-07T21:59:58.995" v="744" actId="1035"/>
          <ac:picMkLst>
            <pc:docMk/>
            <pc:sldMk cId="2474597131" sldId="516"/>
            <ac:picMk id="9" creationId="{00F6A5B6-7FED-361B-D442-C97D290D2C3D}"/>
          </ac:picMkLst>
        </pc:picChg>
        <pc:picChg chg="add mod">
          <ac:chgData name="Bliesmer, Mark" userId="b56fb07e-602c-4680-be30-3d9460de7e64" providerId="ADAL" clId="{993765C3-6A9C-44BC-8F6F-56F6B1A71347}" dt="2026-05-07T21:58:16.059" v="701" actId="1035"/>
          <ac:picMkLst>
            <pc:docMk/>
            <pc:sldMk cId="2474597131" sldId="516"/>
            <ac:picMk id="11" creationId="{DB39D249-B19C-77BA-58C4-BCBA9B4BD3BB}"/>
          </ac:picMkLst>
        </pc:picChg>
        <pc:cxnChg chg="add mod">
          <ac:chgData name="Bliesmer, Mark" userId="b56fb07e-602c-4680-be30-3d9460de7e64" providerId="ADAL" clId="{993765C3-6A9C-44BC-8F6F-56F6B1A71347}" dt="2026-05-07T21:59:35.116" v="742" actId="1037"/>
          <ac:cxnSpMkLst>
            <pc:docMk/>
            <pc:sldMk cId="2474597131" sldId="516"/>
            <ac:cxnSpMk id="13" creationId="{F19CFA30-5E1D-81B3-29AD-426A2D2B46EC}"/>
          </ac:cxnSpMkLst>
        </pc:cxnChg>
      </pc:sldChg>
      <pc:sldChg chg="modSp add del mod">
        <pc:chgData name="Bliesmer, Mark" userId="b56fb07e-602c-4680-be30-3d9460de7e64" providerId="ADAL" clId="{993765C3-6A9C-44BC-8F6F-56F6B1A71347}" dt="2026-05-26T17:56:04.384" v="889" actId="47"/>
        <pc:sldMkLst>
          <pc:docMk/>
          <pc:sldMk cId="1055725610" sldId="517"/>
        </pc:sldMkLst>
        <pc:spChg chg="mod">
          <ac:chgData name="Bliesmer, Mark" userId="b56fb07e-602c-4680-be30-3d9460de7e64" providerId="ADAL" clId="{993765C3-6A9C-44BC-8F6F-56F6B1A71347}" dt="2026-05-26T17:50:54.537" v="888" actId="20577"/>
          <ac:spMkLst>
            <pc:docMk/>
            <pc:sldMk cId="1055725610" sldId="517"/>
            <ac:spMk id="14" creationId="{25C042F3-1884-EFD3-93CC-8A0F320EADA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244058-10A0-400E-808B-009158D67602}" type="doc">
      <dgm:prSet loTypeId="urn:microsoft.com/office/officeart/2005/8/layout/radial6" loCatId="cycle" qsTypeId="urn:microsoft.com/office/officeart/2005/8/quickstyle/simple1" qsCatId="simple" csTypeId="urn:microsoft.com/office/officeart/2005/8/colors/colorful2" csCatId="colorful" phldr="1"/>
      <dgm:spPr/>
      <dgm:t>
        <a:bodyPr/>
        <a:lstStyle/>
        <a:p>
          <a:endParaRPr lang="en-US"/>
        </a:p>
      </dgm:t>
    </dgm:pt>
    <dgm:pt modelId="{FA1F74C4-635E-4D5A-9E78-59D979A2ED0D}">
      <dgm:prSet phldrT="[Text]"/>
      <dgm:spPr/>
      <dgm:t>
        <a:bodyPr/>
        <a:lstStyle/>
        <a:p>
          <a:r>
            <a:rPr lang="en-US" dirty="0"/>
            <a:t>Financial Budget</a:t>
          </a:r>
        </a:p>
      </dgm:t>
    </dgm:pt>
    <dgm:pt modelId="{7BF0EF6E-3DFE-4F7D-8C54-325CAFA54D91}" type="parTrans" cxnId="{B66F28D8-8A74-41DF-9972-992F57F64C8D}">
      <dgm:prSet/>
      <dgm:spPr/>
      <dgm:t>
        <a:bodyPr/>
        <a:lstStyle/>
        <a:p>
          <a:endParaRPr lang="en-US"/>
        </a:p>
      </dgm:t>
    </dgm:pt>
    <dgm:pt modelId="{3BC7591C-C915-4892-B931-BCE9AF0F6F63}" type="sibTrans" cxnId="{B66F28D8-8A74-41DF-9972-992F57F64C8D}">
      <dgm:prSet/>
      <dgm:spPr/>
      <dgm:t>
        <a:bodyPr/>
        <a:lstStyle/>
        <a:p>
          <a:endParaRPr lang="en-US"/>
        </a:p>
      </dgm:t>
    </dgm:pt>
    <dgm:pt modelId="{E3258517-36A6-4AED-B298-999EA44D0BC3}">
      <dgm:prSet phldrT="[Text]"/>
      <dgm:spPr/>
      <dgm:t>
        <a:bodyPr/>
        <a:lstStyle/>
        <a:p>
          <a:r>
            <a:rPr lang="en-US" dirty="0"/>
            <a:t>Labor Planning</a:t>
          </a:r>
        </a:p>
      </dgm:t>
    </dgm:pt>
    <dgm:pt modelId="{9B50493B-849B-491F-B3DD-CA07FD35722C}" type="parTrans" cxnId="{3801442D-41BF-47ED-BFFF-1FBACBD8BEF9}">
      <dgm:prSet/>
      <dgm:spPr/>
      <dgm:t>
        <a:bodyPr/>
        <a:lstStyle/>
        <a:p>
          <a:endParaRPr lang="en-US"/>
        </a:p>
      </dgm:t>
    </dgm:pt>
    <dgm:pt modelId="{6CA510AA-50FC-4B96-8B7A-23AD279ADA99}" type="sibTrans" cxnId="{3801442D-41BF-47ED-BFFF-1FBACBD8BEF9}">
      <dgm:prSet/>
      <dgm:spPr/>
      <dgm:t>
        <a:bodyPr/>
        <a:lstStyle/>
        <a:p>
          <a:endParaRPr lang="en-US"/>
        </a:p>
      </dgm:t>
    </dgm:pt>
    <dgm:pt modelId="{C22839B2-8AED-46A0-9A24-31C17F6D7DE9}">
      <dgm:prSet phldrT="[Text]"/>
      <dgm:spPr/>
      <dgm:t>
        <a:bodyPr/>
        <a:lstStyle/>
        <a:p>
          <a:r>
            <a:rPr lang="en-US" dirty="0"/>
            <a:t>Software Licensing &amp; Support</a:t>
          </a:r>
        </a:p>
      </dgm:t>
    </dgm:pt>
    <dgm:pt modelId="{935383CD-8DAC-4AB7-B5AC-50ECDF6E9210}" type="parTrans" cxnId="{67C5ABC8-04A8-4059-9C69-81C62FEC435E}">
      <dgm:prSet/>
      <dgm:spPr/>
      <dgm:t>
        <a:bodyPr/>
        <a:lstStyle/>
        <a:p>
          <a:endParaRPr lang="en-US"/>
        </a:p>
      </dgm:t>
    </dgm:pt>
    <dgm:pt modelId="{A1E4F6B4-82C6-4765-8798-4D2241AD7ED6}" type="sibTrans" cxnId="{67C5ABC8-04A8-4059-9C69-81C62FEC435E}">
      <dgm:prSet/>
      <dgm:spPr/>
      <dgm:t>
        <a:bodyPr/>
        <a:lstStyle/>
        <a:p>
          <a:endParaRPr lang="en-US"/>
        </a:p>
      </dgm:t>
    </dgm:pt>
    <dgm:pt modelId="{EF3F8591-B3A9-47A9-BED8-B80420498778}">
      <dgm:prSet phldrT="[Text]"/>
      <dgm:spPr/>
      <dgm:t>
        <a:bodyPr/>
        <a:lstStyle/>
        <a:p>
          <a:r>
            <a:rPr lang="en-US" dirty="0"/>
            <a:t>Hardware Planning</a:t>
          </a:r>
        </a:p>
      </dgm:t>
    </dgm:pt>
    <dgm:pt modelId="{5DD1E13D-9F99-4ADF-8975-74C4C12DABF3}" type="parTrans" cxnId="{1659F333-E31E-430F-A6B8-22C9CD984837}">
      <dgm:prSet/>
      <dgm:spPr/>
      <dgm:t>
        <a:bodyPr/>
        <a:lstStyle/>
        <a:p>
          <a:endParaRPr lang="en-US"/>
        </a:p>
      </dgm:t>
    </dgm:pt>
    <dgm:pt modelId="{98732733-745C-4550-BAA0-B77E382EA87B}" type="sibTrans" cxnId="{1659F333-E31E-430F-A6B8-22C9CD984837}">
      <dgm:prSet/>
      <dgm:spPr/>
      <dgm:t>
        <a:bodyPr/>
        <a:lstStyle/>
        <a:p>
          <a:endParaRPr lang="en-US"/>
        </a:p>
      </dgm:t>
    </dgm:pt>
    <dgm:pt modelId="{22B9B459-A1F1-411E-879F-DAC6CCB4A3F2}" type="pres">
      <dgm:prSet presAssocID="{91244058-10A0-400E-808B-009158D67602}" presName="Name0" presStyleCnt="0">
        <dgm:presLayoutVars>
          <dgm:chMax val="1"/>
          <dgm:dir/>
          <dgm:animLvl val="ctr"/>
          <dgm:resizeHandles val="exact"/>
        </dgm:presLayoutVars>
      </dgm:prSet>
      <dgm:spPr/>
    </dgm:pt>
    <dgm:pt modelId="{3FD98C64-FF27-4267-AA69-5DF3EDEC82D3}" type="pres">
      <dgm:prSet presAssocID="{FA1F74C4-635E-4D5A-9E78-59D979A2ED0D}" presName="centerShape" presStyleLbl="node0" presStyleIdx="0" presStyleCnt="1"/>
      <dgm:spPr/>
    </dgm:pt>
    <dgm:pt modelId="{5031EA45-E0D9-4840-8D1D-EAD8E3312C33}" type="pres">
      <dgm:prSet presAssocID="{E3258517-36A6-4AED-B298-999EA44D0BC3}" presName="node" presStyleLbl="node1" presStyleIdx="0" presStyleCnt="3">
        <dgm:presLayoutVars>
          <dgm:bulletEnabled val="1"/>
        </dgm:presLayoutVars>
      </dgm:prSet>
      <dgm:spPr/>
    </dgm:pt>
    <dgm:pt modelId="{BF1439F6-6FEC-4B7C-8AB6-7B73F76127F3}" type="pres">
      <dgm:prSet presAssocID="{E3258517-36A6-4AED-B298-999EA44D0BC3}" presName="dummy" presStyleCnt="0"/>
      <dgm:spPr/>
    </dgm:pt>
    <dgm:pt modelId="{EEB707E3-4301-4C4F-BAFA-C91A10F9DAD0}" type="pres">
      <dgm:prSet presAssocID="{6CA510AA-50FC-4B96-8B7A-23AD279ADA99}" presName="sibTrans" presStyleLbl="sibTrans2D1" presStyleIdx="0" presStyleCnt="3"/>
      <dgm:spPr/>
    </dgm:pt>
    <dgm:pt modelId="{9C6AB2BF-ED88-45EA-9946-D1DA5313265F}" type="pres">
      <dgm:prSet presAssocID="{C22839B2-8AED-46A0-9A24-31C17F6D7DE9}" presName="node" presStyleLbl="node1" presStyleIdx="1" presStyleCnt="3">
        <dgm:presLayoutVars>
          <dgm:bulletEnabled val="1"/>
        </dgm:presLayoutVars>
      </dgm:prSet>
      <dgm:spPr/>
    </dgm:pt>
    <dgm:pt modelId="{7477C27D-8912-4E57-AB38-AB6A03F7E24F}" type="pres">
      <dgm:prSet presAssocID="{C22839B2-8AED-46A0-9A24-31C17F6D7DE9}" presName="dummy" presStyleCnt="0"/>
      <dgm:spPr/>
    </dgm:pt>
    <dgm:pt modelId="{F3E19D58-9F27-425A-A594-67FD9CE4FABB}" type="pres">
      <dgm:prSet presAssocID="{A1E4F6B4-82C6-4765-8798-4D2241AD7ED6}" presName="sibTrans" presStyleLbl="sibTrans2D1" presStyleIdx="1" presStyleCnt="3"/>
      <dgm:spPr/>
    </dgm:pt>
    <dgm:pt modelId="{57B95C3F-98A3-44BA-95F3-FE53B7553659}" type="pres">
      <dgm:prSet presAssocID="{EF3F8591-B3A9-47A9-BED8-B80420498778}" presName="node" presStyleLbl="node1" presStyleIdx="2" presStyleCnt="3">
        <dgm:presLayoutVars>
          <dgm:bulletEnabled val="1"/>
        </dgm:presLayoutVars>
      </dgm:prSet>
      <dgm:spPr/>
    </dgm:pt>
    <dgm:pt modelId="{E9176446-AFCB-4811-845B-6D029346B211}" type="pres">
      <dgm:prSet presAssocID="{EF3F8591-B3A9-47A9-BED8-B80420498778}" presName="dummy" presStyleCnt="0"/>
      <dgm:spPr/>
    </dgm:pt>
    <dgm:pt modelId="{7E1BE0F0-2CFA-407B-9E34-2D527D025072}" type="pres">
      <dgm:prSet presAssocID="{98732733-745C-4550-BAA0-B77E382EA87B}" presName="sibTrans" presStyleLbl="sibTrans2D1" presStyleIdx="2" presStyleCnt="3"/>
      <dgm:spPr/>
    </dgm:pt>
  </dgm:ptLst>
  <dgm:cxnLst>
    <dgm:cxn modelId="{3801442D-41BF-47ED-BFFF-1FBACBD8BEF9}" srcId="{FA1F74C4-635E-4D5A-9E78-59D979A2ED0D}" destId="{E3258517-36A6-4AED-B298-999EA44D0BC3}" srcOrd="0" destOrd="0" parTransId="{9B50493B-849B-491F-B3DD-CA07FD35722C}" sibTransId="{6CA510AA-50FC-4B96-8B7A-23AD279ADA99}"/>
    <dgm:cxn modelId="{1659F333-E31E-430F-A6B8-22C9CD984837}" srcId="{FA1F74C4-635E-4D5A-9E78-59D979A2ED0D}" destId="{EF3F8591-B3A9-47A9-BED8-B80420498778}" srcOrd="2" destOrd="0" parTransId="{5DD1E13D-9F99-4ADF-8975-74C4C12DABF3}" sibTransId="{98732733-745C-4550-BAA0-B77E382EA87B}"/>
    <dgm:cxn modelId="{C1FEB367-6D93-4654-9AF3-F7CB174966D0}" type="presOf" srcId="{6CA510AA-50FC-4B96-8B7A-23AD279ADA99}" destId="{EEB707E3-4301-4C4F-BAFA-C91A10F9DAD0}" srcOrd="0" destOrd="0" presId="urn:microsoft.com/office/officeart/2005/8/layout/radial6"/>
    <dgm:cxn modelId="{14535699-5E1E-4421-98DB-02D3F1835C88}" type="presOf" srcId="{E3258517-36A6-4AED-B298-999EA44D0BC3}" destId="{5031EA45-E0D9-4840-8D1D-EAD8E3312C33}" srcOrd="0" destOrd="0" presId="urn:microsoft.com/office/officeart/2005/8/layout/radial6"/>
    <dgm:cxn modelId="{5BA956AF-5AEA-4819-A9CA-96490D2FA75A}" type="presOf" srcId="{FA1F74C4-635E-4D5A-9E78-59D979A2ED0D}" destId="{3FD98C64-FF27-4267-AA69-5DF3EDEC82D3}" srcOrd="0" destOrd="0" presId="urn:microsoft.com/office/officeart/2005/8/layout/radial6"/>
    <dgm:cxn modelId="{8A18E5B2-1609-4E09-AE17-CBE7B103E1F4}" type="presOf" srcId="{98732733-745C-4550-BAA0-B77E382EA87B}" destId="{7E1BE0F0-2CFA-407B-9E34-2D527D025072}" srcOrd="0" destOrd="0" presId="urn:microsoft.com/office/officeart/2005/8/layout/radial6"/>
    <dgm:cxn modelId="{00DE4AC0-AA9C-43FD-A4CE-0F8901D20D03}" type="presOf" srcId="{91244058-10A0-400E-808B-009158D67602}" destId="{22B9B459-A1F1-411E-879F-DAC6CCB4A3F2}" srcOrd="0" destOrd="0" presId="urn:microsoft.com/office/officeart/2005/8/layout/radial6"/>
    <dgm:cxn modelId="{67C5ABC8-04A8-4059-9C69-81C62FEC435E}" srcId="{FA1F74C4-635E-4D5A-9E78-59D979A2ED0D}" destId="{C22839B2-8AED-46A0-9A24-31C17F6D7DE9}" srcOrd="1" destOrd="0" parTransId="{935383CD-8DAC-4AB7-B5AC-50ECDF6E9210}" sibTransId="{A1E4F6B4-82C6-4765-8798-4D2241AD7ED6}"/>
    <dgm:cxn modelId="{BCC04ECE-BF1A-4EB7-9EEB-05C95E7E452F}" type="presOf" srcId="{A1E4F6B4-82C6-4765-8798-4D2241AD7ED6}" destId="{F3E19D58-9F27-425A-A594-67FD9CE4FABB}" srcOrd="0" destOrd="0" presId="urn:microsoft.com/office/officeart/2005/8/layout/radial6"/>
    <dgm:cxn modelId="{B66F28D8-8A74-41DF-9972-992F57F64C8D}" srcId="{91244058-10A0-400E-808B-009158D67602}" destId="{FA1F74C4-635E-4D5A-9E78-59D979A2ED0D}" srcOrd="0" destOrd="0" parTransId="{7BF0EF6E-3DFE-4F7D-8C54-325CAFA54D91}" sibTransId="{3BC7591C-C915-4892-B931-BCE9AF0F6F63}"/>
    <dgm:cxn modelId="{9B27AAEA-0A65-4AB0-BEB0-FCC995B1B83C}" type="presOf" srcId="{EF3F8591-B3A9-47A9-BED8-B80420498778}" destId="{57B95C3F-98A3-44BA-95F3-FE53B7553659}" srcOrd="0" destOrd="0" presId="urn:microsoft.com/office/officeart/2005/8/layout/radial6"/>
    <dgm:cxn modelId="{32DE8CFD-A50A-40B1-8888-00DD6B13607D}" type="presOf" srcId="{C22839B2-8AED-46A0-9A24-31C17F6D7DE9}" destId="{9C6AB2BF-ED88-45EA-9946-D1DA5313265F}" srcOrd="0" destOrd="0" presId="urn:microsoft.com/office/officeart/2005/8/layout/radial6"/>
    <dgm:cxn modelId="{CBBA8368-73E0-43AA-8108-9C44E16BE1F2}" type="presParOf" srcId="{22B9B459-A1F1-411E-879F-DAC6CCB4A3F2}" destId="{3FD98C64-FF27-4267-AA69-5DF3EDEC82D3}" srcOrd="0" destOrd="0" presId="urn:microsoft.com/office/officeart/2005/8/layout/radial6"/>
    <dgm:cxn modelId="{D3967CE8-858B-492F-865D-5B5F534B99D3}" type="presParOf" srcId="{22B9B459-A1F1-411E-879F-DAC6CCB4A3F2}" destId="{5031EA45-E0D9-4840-8D1D-EAD8E3312C33}" srcOrd="1" destOrd="0" presId="urn:microsoft.com/office/officeart/2005/8/layout/radial6"/>
    <dgm:cxn modelId="{543106CB-E652-4FD5-80A2-290715C75C4A}" type="presParOf" srcId="{22B9B459-A1F1-411E-879F-DAC6CCB4A3F2}" destId="{BF1439F6-6FEC-4B7C-8AB6-7B73F76127F3}" srcOrd="2" destOrd="0" presId="urn:microsoft.com/office/officeart/2005/8/layout/radial6"/>
    <dgm:cxn modelId="{9E4E7388-09AA-4409-ADF2-0E4C42F75B38}" type="presParOf" srcId="{22B9B459-A1F1-411E-879F-DAC6CCB4A3F2}" destId="{EEB707E3-4301-4C4F-BAFA-C91A10F9DAD0}" srcOrd="3" destOrd="0" presId="urn:microsoft.com/office/officeart/2005/8/layout/radial6"/>
    <dgm:cxn modelId="{C8FF92E3-E8DF-4A0E-9DA9-57D009C88881}" type="presParOf" srcId="{22B9B459-A1F1-411E-879F-DAC6CCB4A3F2}" destId="{9C6AB2BF-ED88-45EA-9946-D1DA5313265F}" srcOrd="4" destOrd="0" presId="urn:microsoft.com/office/officeart/2005/8/layout/radial6"/>
    <dgm:cxn modelId="{D2042AF0-8203-4695-99A7-2FD0A0AE5763}" type="presParOf" srcId="{22B9B459-A1F1-411E-879F-DAC6CCB4A3F2}" destId="{7477C27D-8912-4E57-AB38-AB6A03F7E24F}" srcOrd="5" destOrd="0" presId="urn:microsoft.com/office/officeart/2005/8/layout/radial6"/>
    <dgm:cxn modelId="{22397046-4B6E-4BD9-AE06-C6F2D824D18A}" type="presParOf" srcId="{22B9B459-A1F1-411E-879F-DAC6CCB4A3F2}" destId="{F3E19D58-9F27-425A-A594-67FD9CE4FABB}" srcOrd="6" destOrd="0" presId="urn:microsoft.com/office/officeart/2005/8/layout/radial6"/>
    <dgm:cxn modelId="{B68C567D-D269-403D-82B4-DFE158D07F13}" type="presParOf" srcId="{22B9B459-A1F1-411E-879F-DAC6CCB4A3F2}" destId="{57B95C3F-98A3-44BA-95F3-FE53B7553659}" srcOrd="7" destOrd="0" presId="urn:microsoft.com/office/officeart/2005/8/layout/radial6"/>
    <dgm:cxn modelId="{633F653C-031E-4576-B5BF-1A5602CF5868}" type="presParOf" srcId="{22B9B459-A1F1-411E-879F-DAC6CCB4A3F2}" destId="{E9176446-AFCB-4811-845B-6D029346B211}" srcOrd="8" destOrd="0" presId="urn:microsoft.com/office/officeart/2005/8/layout/radial6"/>
    <dgm:cxn modelId="{BCBB43F5-CEE6-4A92-8BEA-DE671DD524F4}" type="presParOf" srcId="{22B9B459-A1F1-411E-879F-DAC6CCB4A3F2}" destId="{7E1BE0F0-2CFA-407B-9E34-2D527D025072}" srcOrd="9"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244058-10A0-400E-808B-009158D67602}" type="doc">
      <dgm:prSet loTypeId="urn:microsoft.com/office/officeart/2005/8/layout/radial6" loCatId="cycle" qsTypeId="urn:microsoft.com/office/officeart/2005/8/quickstyle/simple1" qsCatId="simple" csTypeId="urn:microsoft.com/office/officeart/2005/8/colors/accent1_4" csCatId="accent1" phldr="1"/>
      <dgm:spPr/>
      <dgm:t>
        <a:bodyPr/>
        <a:lstStyle/>
        <a:p>
          <a:endParaRPr lang="en-US"/>
        </a:p>
      </dgm:t>
    </dgm:pt>
    <dgm:pt modelId="{FA1F74C4-635E-4D5A-9E78-59D979A2ED0D}">
      <dgm:prSet phldrT="[Text]"/>
      <dgm:spPr/>
      <dgm:t>
        <a:bodyPr/>
        <a:lstStyle/>
        <a:p>
          <a:r>
            <a:rPr lang="en-US" dirty="0"/>
            <a:t>Roster Management &amp; Demand Planning</a:t>
          </a:r>
        </a:p>
      </dgm:t>
    </dgm:pt>
    <dgm:pt modelId="{7BF0EF6E-3DFE-4F7D-8C54-325CAFA54D91}" type="parTrans" cxnId="{B66F28D8-8A74-41DF-9972-992F57F64C8D}">
      <dgm:prSet/>
      <dgm:spPr/>
      <dgm:t>
        <a:bodyPr/>
        <a:lstStyle/>
        <a:p>
          <a:endParaRPr lang="en-US"/>
        </a:p>
      </dgm:t>
    </dgm:pt>
    <dgm:pt modelId="{3BC7591C-C915-4892-B931-BCE9AF0F6F63}" type="sibTrans" cxnId="{B66F28D8-8A74-41DF-9972-992F57F64C8D}">
      <dgm:prSet/>
      <dgm:spPr/>
      <dgm:t>
        <a:bodyPr/>
        <a:lstStyle/>
        <a:p>
          <a:endParaRPr lang="en-US"/>
        </a:p>
      </dgm:t>
    </dgm:pt>
    <dgm:pt modelId="{E3258517-36A6-4AED-B298-999EA44D0BC3}">
      <dgm:prSet phldrT="[Text]"/>
      <dgm:spPr/>
      <dgm:t>
        <a:bodyPr/>
        <a:lstStyle/>
        <a:p>
          <a:r>
            <a:rPr lang="en-US" dirty="0"/>
            <a:t>Weekly HR Roster</a:t>
          </a:r>
        </a:p>
      </dgm:t>
    </dgm:pt>
    <dgm:pt modelId="{9B50493B-849B-491F-B3DD-CA07FD35722C}" type="parTrans" cxnId="{3801442D-41BF-47ED-BFFF-1FBACBD8BEF9}">
      <dgm:prSet/>
      <dgm:spPr/>
      <dgm:t>
        <a:bodyPr/>
        <a:lstStyle/>
        <a:p>
          <a:endParaRPr lang="en-US"/>
        </a:p>
      </dgm:t>
    </dgm:pt>
    <dgm:pt modelId="{6CA510AA-50FC-4B96-8B7A-23AD279ADA99}" type="sibTrans" cxnId="{3801442D-41BF-47ED-BFFF-1FBACBD8BEF9}">
      <dgm:prSet/>
      <dgm:spPr/>
      <dgm:t>
        <a:bodyPr/>
        <a:lstStyle/>
        <a:p>
          <a:endParaRPr lang="en-US"/>
        </a:p>
      </dgm:t>
    </dgm:pt>
    <dgm:pt modelId="{92A80B42-1EB9-4A5D-AD81-8D1F6F306555}">
      <dgm:prSet phldrT="[Text]"/>
      <dgm:spPr/>
      <dgm:t>
        <a:bodyPr/>
        <a:lstStyle/>
        <a:p>
          <a:r>
            <a:rPr lang="en-US" dirty="0"/>
            <a:t>JETT Projects &amp; Time Entry Updates</a:t>
          </a:r>
        </a:p>
      </dgm:t>
    </dgm:pt>
    <dgm:pt modelId="{58A3ABF6-C197-4008-B04F-EC3D6C6075AB}" type="parTrans" cxnId="{4D52C513-B619-46BA-B0BD-B6DC991EB154}">
      <dgm:prSet/>
      <dgm:spPr/>
      <dgm:t>
        <a:bodyPr/>
        <a:lstStyle/>
        <a:p>
          <a:endParaRPr lang="en-US"/>
        </a:p>
      </dgm:t>
    </dgm:pt>
    <dgm:pt modelId="{AA19576A-26D1-48BA-BA34-CC9EE9588AA2}" type="sibTrans" cxnId="{4D52C513-B619-46BA-B0BD-B6DC991EB154}">
      <dgm:prSet/>
      <dgm:spPr/>
      <dgm:t>
        <a:bodyPr/>
        <a:lstStyle/>
        <a:p>
          <a:endParaRPr lang="en-US"/>
        </a:p>
      </dgm:t>
    </dgm:pt>
    <dgm:pt modelId="{C22839B2-8AED-46A0-9A24-31C17F6D7DE9}">
      <dgm:prSet phldrT="[Text]"/>
      <dgm:spPr/>
      <dgm:t>
        <a:bodyPr/>
        <a:lstStyle/>
        <a:p>
          <a:r>
            <a:rPr lang="en-US" dirty="0"/>
            <a:t>Future Demand/Capacity Planning</a:t>
          </a:r>
        </a:p>
      </dgm:t>
    </dgm:pt>
    <dgm:pt modelId="{935383CD-8DAC-4AB7-B5AC-50ECDF6E9210}" type="parTrans" cxnId="{67C5ABC8-04A8-4059-9C69-81C62FEC435E}">
      <dgm:prSet/>
      <dgm:spPr/>
      <dgm:t>
        <a:bodyPr/>
        <a:lstStyle/>
        <a:p>
          <a:endParaRPr lang="en-US"/>
        </a:p>
      </dgm:t>
    </dgm:pt>
    <dgm:pt modelId="{A1E4F6B4-82C6-4765-8798-4D2241AD7ED6}" type="sibTrans" cxnId="{67C5ABC8-04A8-4059-9C69-81C62FEC435E}">
      <dgm:prSet/>
      <dgm:spPr/>
      <dgm:t>
        <a:bodyPr/>
        <a:lstStyle/>
        <a:p>
          <a:endParaRPr lang="en-US"/>
        </a:p>
      </dgm:t>
    </dgm:pt>
    <dgm:pt modelId="{EF3F8591-B3A9-47A9-BED8-B80420498778}">
      <dgm:prSet phldrT="[Text]"/>
      <dgm:spPr/>
      <dgm:t>
        <a:bodyPr/>
        <a:lstStyle/>
        <a:p>
          <a:r>
            <a:rPr lang="en-US" dirty="0"/>
            <a:t>Leadership Review</a:t>
          </a:r>
        </a:p>
      </dgm:t>
    </dgm:pt>
    <dgm:pt modelId="{5DD1E13D-9F99-4ADF-8975-74C4C12DABF3}" type="parTrans" cxnId="{1659F333-E31E-430F-A6B8-22C9CD984837}">
      <dgm:prSet/>
      <dgm:spPr/>
      <dgm:t>
        <a:bodyPr/>
        <a:lstStyle/>
        <a:p>
          <a:endParaRPr lang="en-US"/>
        </a:p>
      </dgm:t>
    </dgm:pt>
    <dgm:pt modelId="{98732733-745C-4550-BAA0-B77E382EA87B}" type="sibTrans" cxnId="{1659F333-E31E-430F-A6B8-22C9CD984837}">
      <dgm:prSet/>
      <dgm:spPr/>
      <dgm:t>
        <a:bodyPr/>
        <a:lstStyle/>
        <a:p>
          <a:endParaRPr lang="en-US"/>
        </a:p>
      </dgm:t>
    </dgm:pt>
    <dgm:pt modelId="{6604C444-C3E3-425E-BE6E-2B403F796E6F}">
      <dgm:prSet phldrT="[Text]"/>
      <dgm:spPr/>
      <dgm:t>
        <a:bodyPr/>
        <a:lstStyle/>
        <a:p>
          <a:r>
            <a:rPr lang="en-US" dirty="0"/>
            <a:t>Business Planning Financial Analysis</a:t>
          </a:r>
        </a:p>
      </dgm:t>
    </dgm:pt>
    <dgm:pt modelId="{90B2CFEF-5C49-4AAF-BB1D-714422D1E937}" type="parTrans" cxnId="{46637604-CC96-4C40-8C5D-3DFCA090B090}">
      <dgm:prSet/>
      <dgm:spPr/>
      <dgm:t>
        <a:bodyPr/>
        <a:lstStyle/>
        <a:p>
          <a:endParaRPr lang="en-US"/>
        </a:p>
      </dgm:t>
    </dgm:pt>
    <dgm:pt modelId="{A3083263-F491-45A3-BB99-82861DD7DE9E}" type="sibTrans" cxnId="{46637604-CC96-4C40-8C5D-3DFCA090B090}">
      <dgm:prSet/>
      <dgm:spPr/>
      <dgm:t>
        <a:bodyPr/>
        <a:lstStyle/>
        <a:p>
          <a:endParaRPr lang="en-US"/>
        </a:p>
      </dgm:t>
    </dgm:pt>
    <dgm:pt modelId="{22B9B459-A1F1-411E-879F-DAC6CCB4A3F2}" type="pres">
      <dgm:prSet presAssocID="{91244058-10A0-400E-808B-009158D67602}" presName="Name0" presStyleCnt="0">
        <dgm:presLayoutVars>
          <dgm:chMax val="1"/>
          <dgm:dir/>
          <dgm:animLvl val="ctr"/>
          <dgm:resizeHandles val="exact"/>
        </dgm:presLayoutVars>
      </dgm:prSet>
      <dgm:spPr/>
    </dgm:pt>
    <dgm:pt modelId="{3FD98C64-FF27-4267-AA69-5DF3EDEC82D3}" type="pres">
      <dgm:prSet presAssocID="{FA1F74C4-635E-4D5A-9E78-59D979A2ED0D}" presName="centerShape" presStyleLbl="node0" presStyleIdx="0" presStyleCnt="1"/>
      <dgm:spPr/>
    </dgm:pt>
    <dgm:pt modelId="{5031EA45-E0D9-4840-8D1D-EAD8E3312C33}" type="pres">
      <dgm:prSet presAssocID="{E3258517-36A6-4AED-B298-999EA44D0BC3}" presName="node" presStyleLbl="node1" presStyleIdx="0" presStyleCnt="5">
        <dgm:presLayoutVars>
          <dgm:bulletEnabled val="1"/>
        </dgm:presLayoutVars>
      </dgm:prSet>
      <dgm:spPr/>
    </dgm:pt>
    <dgm:pt modelId="{BF1439F6-6FEC-4B7C-8AB6-7B73F76127F3}" type="pres">
      <dgm:prSet presAssocID="{E3258517-36A6-4AED-B298-999EA44D0BC3}" presName="dummy" presStyleCnt="0"/>
      <dgm:spPr/>
    </dgm:pt>
    <dgm:pt modelId="{EEB707E3-4301-4C4F-BAFA-C91A10F9DAD0}" type="pres">
      <dgm:prSet presAssocID="{6CA510AA-50FC-4B96-8B7A-23AD279ADA99}" presName="sibTrans" presStyleLbl="sibTrans2D1" presStyleIdx="0" presStyleCnt="5"/>
      <dgm:spPr/>
    </dgm:pt>
    <dgm:pt modelId="{48A1095B-D05C-4815-BE2B-9C89B3AFADDD}" type="pres">
      <dgm:prSet presAssocID="{92A80B42-1EB9-4A5D-AD81-8D1F6F306555}" presName="node" presStyleLbl="node1" presStyleIdx="1" presStyleCnt="5">
        <dgm:presLayoutVars>
          <dgm:bulletEnabled val="1"/>
        </dgm:presLayoutVars>
      </dgm:prSet>
      <dgm:spPr/>
    </dgm:pt>
    <dgm:pt modelId="{0B153534-0847-4588-99EA-F50EDB255A8C}" type="pres">
      <dgm:prSet presAssocID="{92A80B42-1EB9-4A5D-AD81-8D1F6F306555}" presName="dummy" presStyleCnt="0"/>
      <dgm:spPr/>
    </dgm:pt>
    <dgm:pt modelId="{6D9A0CB4-56FB-4DA2-BDE0-A3CABA26EBA5}" type="pres">
      <dgm:prSet presAssocID="{AA19576A-26D1-48BA-BA34-CC9EE9588AA2}" presName="sibTrans" presStyleLbl="sibTrans2D1" presStyleIdx="1" presStyleCnt="5"/>
      <dgm:spPr/>
    </dgm:pt>
    <dgm:pt modelId="{9C6AB2BF-ED88-45EA-9946-D1DA5313265F}" type="pres">
      <dgm:prSet presAssocID="{C22839B2-8AED-46A0-9A24-31C17F6D7DE9}" presName="node" presStyleLbl="node1" presStyleIdx="2" presStyleCnt="5">
        <dgm:presLayoutVars>
          <dgm:bulletEnabled val="1"/>
        </dgm:presLayoutVars>
      </dgm:prSet>
      <dgm:spPr/>
    </dgm:pt>
    <dgm:pt modelId="{7477C27D-8912-4E57-AB38-AB6A03F7E24F}" type="pres">
      <dgm:prSet presAssocID="{C22839B2-8AED-46A0-9A24-31C17F6D7DE9}" presName="dummy" presStyleCnt="0"/>
      <dgm:spPr/>
    </dgm:pt>
    <dgm:pt modelId="{F3E19D58-9F27-425A-A594-67FD9CE4FABB}" type="pres">
      <dgm:prSet presAssocID="{A1E4F6B4-82C6-4765-8798-4D2241AD7ED6}" presName="sibTrans" presStyleLbl="sibTrans2D1" presStyleIdx="2" presStyleCnt="5"/>
      <dgm:spPr/>
    </dgm:pt>
    <dgm:pt modelId="{57B95C3F-98A3-44BA-95F3-FE53B7553659}" type="pres">
      <dgm:prSet presAssocID="{EF3F8591-B3A9-47A9-BED8-B80420498778}" presName="node" presStyleLbl="node1" presStyleIdx="3" presStyleCnt="5">
        <dgm:presLayoutVars>
          <dgm:bulletEnabled val="1"/>
        </dgm:presLayoutVars>
      </dgm:prSet>
      <dgm:spPr/>
    </dgm:pt>
    <dgm:pt modelId="{E9176446-AFCB-4811-845B-6D029346B211}" type="pres">
      <dgm:prSet presAssocID="{EF3F8591-B3A9-47A9-BED8-B80420498778}" presName="dummy" presStyleCnt="0"/>
      <dgm:spPr/>
    </dgm:pt>
    <dgm:pt modelId="{7E1BE0F0-2CFA-407B-9E34-2D527D025072}" type="pres">
      <dgm:prSet presAssocID="{98732733-745C-4550-BAA0-B77E382EA87B}" presName="sibTrans" presStyleLbl="sibTrans2D1" presStyleIdx="3" presStyleCnt="5"/>
      <dgm:spPr/>
    </dgm:pt>
    <dgm:pt modelId="{7932F1DB-DA15-4AC0-BEA9-8C2EFDCD3208}" type="pres">
      <dgm:prSet presAssocID="{6604C444-C3E3-425E-BE6E-2B403F796E6F}" presName="node" presStyleLbl="node1" presStyleIdx="4" presStyleCnt="5">
        <dgm:presLayoutVars>
          <dgm:bulletEnabled val="1"/>
        </dgm:presLayoutVars>
      </dgm:prSet>
      <dgm:spPr/>
    </dgm:pt>
    <dgm:pt modelId="{B660E4FE-0C91-4CB9-89E9-0FE48FE51EF4}" type="pres">
      <dgm:prSet presAssocID="{6604C444-C3E3-425E-BE6E-2B403F796E6F}" presName="dummy" presStyleCnt="0"/>
      <dgm:spPr/>
    </dgm:pt>
    <dgm:pt modelId="{45F9CE7A-2F3C-44A0-9AA6-EC6593CB1E37}" type="pres">
      <dgm:prSet presAssocID="{A3083263-F491-45A3-BB99-82861DD7DE9E}" presName="sibTrans" presStyleLbl="sibTrans2D1" presStyleIdx="4" presStyleCnt="5"/>
      <dgm:spPr/>
    </dgm:pt>
  </dgm:ptLst>
  <dgm:cxnLst>
    <dgm:cxn modelId="{46637604-CC96-4C40-8C5D-3DFCA090B090}" srcId="{FA1F74C4-635E-4D5A-9E78-59D979A2ED0D}" destId="{6604C444-C3E3-425E-BE6E-2B403F796E6F}" srcOrd="4" destOrd="0" parTransId="{90B2CFEF-5C49-4AAF-BB1D-714422D1E937}" sibTransId="{A3083263-F491-45A3-BB99-82861DD7DE9E}"/>
    <dgm:cxn modelId="{0BA1690F-D060-41F9-8775-3A5EDB07D358}" type="presOf" srcId="{6604C444-C3E3-425E-BE6E-2B403F796E6F}" destId="{7932F1DB-DA15-4AC0-BEA9-8C2EFDCD3208}" srcOrd="0" destOrd="0" presId="urn:microsoft.com/office/officeart/2005/8/layout/radial6"/>
    <dgm:cxn modelId="{4D52C513-B619-46BA-B0BD-B6DC991EB154}" srcId="{FA1F74C4-635E-4D5A-9E78-59D979A2ED0D}" destId="{92A80B42-1EB9-4A5D-AD81-8D1F6F306555}" srcOrd="1" destOrd="0" parTransId="{58A3ABF6-C197-4008-B04F-EC3D6C6075AB}" sibTransId="{AA19576A-26D1-48BA-BA34-CC9EE9588AA2}"/>
    <dgm:cxn modelId="{D2E66F22-FD3C-48C9-8553-84A5D60AE6FD}" type="presOf" srcId="{A3083263-F491-45A3-BB99-82861DD7DE9E}" destId="{45F9CE7A-2F3C-44A0-9AA6-EC6593CB1E37}" srcOrd="0" destOrd="0" presId="urn:microsoft.com/office/officeart/2005/8/layout/radial6"/>
    <dgm:cxn modelId="{3801442D-41BF-47ED-BFFF-1FBACBD8BEF9}" srcId="{FA1F74C4-635E-4D5A-9E78-59D979A2ED0D}" destId="{E3258517-36A6-4AED-B298-999EA44D0BC3}" srcOrd="0" destOrd="0" parTransId="{9B50493B-849B-491F-B3DD-CA07FD35722C}" sibTransId="{6CA510AA-50FC-4B96-8B7A-23AD279ADA99}"/>
    <dgm:cxn modelId="{1659F333-E31E-430F-A6B8-22C9CD984837}" srcId="{FA1F74C4-635E-4D5A-9E78-59D979A2ED0D}" destId="{EF3F8591-B3A9-47A9-BED8-B80420498778}" srcOrd="3" destOrd="0" parTransId="{5DD1E13D-9F99-4ADF-8975-74C4C12DABF3}" sibTransId="{98732733-745C-4550-BAA0-B77E382EA87B}"/>
    <dgm:cxn modelId="{C1FEB367-6D93-4654-9AF3-F7CB174966D0}" type="presOf" srcId="{6CA510AA-50FC-4B96-8B7A-23AD279ADA99}" destId="{EEB707E3-4301-4C4F-BAFA-C91A10F9DAD0}" srcOrd="0" destOrd="0" presId="urn:microsoft.com/office/officeart/2005/8/layout/radial6"/>
    <dgm:cxn modelId="{14535699-5E1E-4421-98DB-02D3F1835C88}" type="presOf" srcId="{E3258517-36A6-4AED-B298-999EA44D0BC3}" destId="{5031EA45-E0D9-4840-8D1D-EAD8E3312C33}" srcOrd="0" destOrd="0" presId="urn:microsoft.com/office/officeart/2005/8/layout/radial6"/>
    <dgm:cxn modelId="{5BA956AF-5AEA-4819-A9CA-96490D2FA75A}" type="presOf" srcId="{FA1F74C4-635E-4D5A-9E78-59D979A2ED0D}" destId="{3FD98C64-FF27-4267-AA69-5DF3EDEC82D3}" srcOrd="0" destOrd="0" presId="urn:microsoft.com/office/officeart/2005/8/layout/radial6"/>
    <dgm:cxn modelId="{8A18E5B2-1609-4E09-AE17-CBE7B103E1F4}" type="presOf" srcId="{98732733-745C-4550-BAA0-B77E382EA87B}" destId="{7E1BE0F0-2CFA-407B-9E34-2D527D025072}" srcOrd="0" destOrd="0" presId="urn:microsoft.com/office/officeart/2005/8/layout/radial6"/>
    <dgm:cxn modelId="{795CEEB7-F797-402B-8C51-F37F68A4761C}" type="presOf" srcId="{92A80B42-1EB9-4A5D-AD81-8D1F6F306555}" destId="{48A1095B-D05C-4815-BE2B-9C89B3AFADDD}" srcOrd="0" destOrd="0" presId="urn:microsoft.com/office/officeart/2005/8/layout/radial6"/>
    <dgm:cxn modelId="{00DE4AC0-AA9C-43FD-A4CE-0F8901D20D03}" type="presOf" srcId="{91244058-10A0-400E-808B-009158D67602}" destId="{22B9B459-A1F1-411E-879F-DAC6CCB4A3F2}" srcOrd="0" destOrd="0" presId="urn:microsoft.com/office/officeart/2005/8/layout/radial6"/>
    <dgm:cxn modelId="{67C5ABC8-04A8-4059-9C69-81C62FEC435E}" srcId="{FA1F74C4-635E-4D5A-9E78-59D979A2ED0D}" destId="{C22839B2-8AED-46A0-9A24-31C17F6D7DE9}" srcOrd="2" destOrd="0" parTransId="{935383CD-8DAC-4AB7-B5AC-50ECDF6E9210}" sibTransId="{A1E4F6B4-82C6-4765-8798-4D2241AD7ED6}"/>
    <dgm:cxn modelId="{BCC04ECE-BF1A-4EB7-9EEB-05C95E7E452F}" type="presOf" srcId="{A1E4F6B4-82C6-4765-8798-4D2241AD7ED6}" destId="{F3E19D58-9F27-425A-A594-67FD9CE4FABB}" srcOrd="0" destOrd="0" presId="urn:microsoft.com/office/officeart/2005/8/layout/radial6"/>
    <dgm:cxn modelId="{B66F28D8-8A74-41DF-9972-992F57F64C8D}" srcId="{91244058-10A0-400E-808B-009158D67602}" destId="{FA1F74C4-635E-4D5A-9E78-59D979A2ED0D}" srcOrd="0" destOrd="0" parTransId="{7BF0EF6E-3DFE-4F7D-8C54-325CAFA54D91}" sibTransId="{3BC7591C-C915-4892-B931-BCE9AF0F6F63}"/>
    <dgm:cxn modelId="{9B27AAEA-0A65-4AB0-BEB0-FCC995B1B83C}" type="presOf" srcId="{EF3F8591-B3A9-47A9-BED8-B80420498778}" destId="{57B95C3F-98A3-44BA-95F3-FE53B7553659}" srcOrd="0" destOrd="0" presId="urn:microsoft.com/office/officeart/2005/8/layout/radial6"/>
    <dgm:cxn modelId="{0EBBB1FC-2DF0-44AD-9DFB-572666D3B51A}" type="presOf" srcId="{AA19576A-26D1-48BA-BA34-CC9EE9588AA2}" destId="{6D9A0CB4-56FB-4DA2-BDE0-A3CABA26EBA5}" srcOrd="0" destOrd="0" presId="urn:microsoft.com/office/officeart/2005/8/layout/radial6"/>
    <dgm:cxn modelId="{32DE8CFD-A50A-40B1-8888-00DD6B13607D}" type="presOf" srcId="{C22839B2-8AED-46A0-9A24-31C17F6D7DE9}" destId="{9C6AB2BF-ED88-45EA-9946-D1DA5313265F}" srcOrd="0" destOrd="0" presId="urn:microsoft.com/office/officeart/2005/8/layout/radial6"/>
    <dgm:cxn modelId="{CBBA8368-73E0-43AA-8108-9C44E16BE1F2}" type="presParOf" srcId="{22B9B459-A1F1-411E-879F-DAC6CCB4A3F2}" destId="{3FD98C64-FF27-4267-AA69-5DF3EDEC82D3}" srcOrd="0" destOrd="0" presId="urn:microsoft.com/office/officeart/2005/8/layout/radial6"/>
    <dgm:cxn modelId="{D3967CE8-858B-492F-865D-5B5F534B99D3}" type="presParOf" srcId="{22B9B459-A1F1-411E-879F-DAC6CCB4A3F2}" destId="{5031EA45-E0D9-4840-8D1D-EAD8E3312C33}" srcOrd="1" destOrd="0" presId="urn:microsoft.com/office/officeart/2005/8/layout/radial6"/>
    <dgm:cxn modelId="{543106CB-E652-4FD5-80A2-290715C75C4A}" type="presParOf" srcId="{22B9B459-A1F1-411E-879F-DAC6CCB4A3F2}" destId="{BF1439F6-6FEC-4B7C-8AB6-7B73F76127F3}" srcOrd="2" destOrd="0" presId="urn:microsoft.com/office/officeart/2005/8/layout/radial6"/>
    <dgm:cxn modelId="{9E4E7388-09AA-4409-ADF2-0E4C42F75B38}" type="presParOf" srcId="{22B9B459-A1F1-411E-879F-DAC6CCB4A3F2}" destId="{EEB707E3-4301-4C4F-BAFA-C91A10F9DAD0}" srcOrd="3" destOrd="0" presId="urn:microsoft.com/office/officeart/2005/8/layout/radial6"/>
    <dgm:cxn modelId="{A2FF54CA-65A1-4755-8F65-6FF33B08F034}" type="presParOf" srcId="{22B9B459-A1F1-411E-879F-DAC6CCB4A3F2}" destId="{48A1095B-D05C-4815-BE2B-9C89B3AFADDD}" srcOrd="4" destOrd="0" presId="urn:microsoft.com/office/officeart/2005/8/layout/radial6"/>
    <dgm:cxn modelId="{7ECA2D78-658A-4965-A77B-53098670FB83}" type="presParOf" srcId="{22B9B459-A1F1-411E-879F-DAC6CCB4A3F2}" destId="{0B153534-0847-4588-99EA-F50EDB255A8C}" srcOrd="5" destOrd="0" presId="urn:microsoft.com/office/officeart/2005/8/layout/radial6"/>
    <dgm:cxn modelId="{8A1F47A2-BA27-4DE5-B8DF-33DC0087E00F}" type="presParOf" srcId="{22B9B459-A1F1-411E-879F-DAC6CCB4A3F2}" destId="{6D9A0CB4-56FB-4DA2-BDE0-A3CABA26EBA5}" srcOrd="6" destOrd="0" presId="urn:microsoft.com/office/officeart/2005/8/layout/radial6"/>
    <dgm:cxn modelId="{C8FF92E3-E8DF-4A0E-9DA9-57D009C88881}" type="presParOf" srcId="{22B9B459-A1F1-411E-879F-DAC6CCB4A3F2}" destId="{9C6AB2BF-ED88-45EA-9946-D1DA5313265F}" srcOrd="7" destOrd="0" presId="urn:microsoft.com/office/officeart/2005/8/layout/radial6"/>
    <dgm:cxn modelId="{D2042AF0-8203-4695-99A7-2FD0A0AE5763}" type="presParOf" srcId="{22B9B459-A1F1-411E-879F-DAC6CCB4A3F2}" destId="{7477C27D-8912-4E57-AB38-AB6A03F7E24F}" srcOrd="8" destOrd="0" presId="urn:microsoft.com/office/officeart/2005/8/layout/radial6"/>
    <dgm:cxn modelId="{22397046-4B6E-4BD9-AE06-C6F2D824D18A}" type="presParOf" srcId="{22B9B459-A1F1-411E-879F-DAC6CCB4A3F2}" destId="{F3E19D58-9F27-425A-A594-67FD9CE4FABB}" srcOrd="9" destOrd="0" presId="urn:microsoft.com/office/officeart/2005/8/layout/radial6"/>
    <dgm:cxn modelId="{B68C567D-D269-403D-82B4-DFE158D07F13}" type="presParOf" srcId="{22B9B459-A1F1-411E-879F-DAC6CCB4A3F2}" destId="{57B95C3F-98A3-44BA-95F3-FE53B7553659}" srcOrd="10" destOrd="0" presId="urn:microsoft.com/office/officeart/2005/8/layout/radial6"/>
    <dgm:cxn modelId="{633F653C-031E-4576-B5BF-1A5602CF5868}" type="presParOf" srcId="{22B9B459-A1F1-411E-879F-DAC6CCB4A3F2}" destId="{E9176446-AFCB-4811-845B-6D029346B211}" srcOrd="11" destOrd="0" presId="urn:microsoft.com/office/officeart/2005/8/layout/radial6"/>
    <dgm:cxn modelId="{BCBB43F5-CEE6-4A92-8BEA-DE671DD524F4}" type="presParOf" srcId="{22B9B459-A1F1-411E-879F-DAC6CCB4A3F2}" destId="{7E1BE0F0-2CFA-407B-9E34-2D527D025072}" srcOrd="12" destOrd="0" presId="urn:microsoft.com/office/officeart/2005/8/layout/radial6"/>
    <dgm:cxn modelId="{6ABD2083-AB85-48D4-9A4E-44F3A09A61E5}" type="presParOf" srcId="{22B9B459-A1F1-411E-879F-DAC6CCB4A3F2}" destId="{7932F1DB-DA15-4AC0-BEA9-8C2EFDCD3208}" srcOrd="13" destOrd="0" presId="urn:microsoft.com/office/officeart/2005/8/layout/radial6"/>
    <dgm:cxn modelId="{29C828A7-1A42-484A-9294-7B9819415E04}" type="presParOf" srcId="{22B9B459-A1F1-411E-879F-DAC6CCB4A3F2}" destId="{B660E4FE-0C91-4CB9-89E9-0FE48FE51EF4}" srcOrd="14" destOrd="0" presId="urn:microsoft.com/office/officeart/2005/8/layout/radial6"/>
    <dgm:cxn modelId="{4079001F-7EE9-40EA-B930-B2FE7C03E017}" type="presParOf" srcId="{22B9B459-A1F1-411E-879F-DAC6CCB4A3F2}" destId="{45F9CE7A-2F3C-44A0-9AA6-EC6593CB1E37}" srcOrd="15"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BE0F0-2CFA-407B-9E34-2D527D025072}">
      <dsp:nvSpPr>
        <dsp:cNvPr id="0" name=""/>
        <dsp:cNvSpPr/>
      </dsp:nvSpPr>
      <dsp:spPr>
        <a:xfrm>
          <a:off x="1790938" y="627574"/>
          <a:ext cx="4184772" cy="4184772"/>
        </a:xfrm>
        <a:prstGeom prst="blockArc">
          <a:avLst>
            <a:gd name="adj1" fmla="val 9000000"/>
            <a:gd name="adj2" fmla="val 16200000"/>
            <a:gd name="adj3" fmla="val 4640"/>
          </a:avLst>
        </a:prstGeom>
        <a:solidFill>
          <a:schemeClr val="accent2">
            <a:hueOff val="-4014916"/>
            <a:satOff val="-1348"/>
            <a:lumOff val="-784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E19D58-9F27-425A-A594-67FD9CE4FABB}">
      <dsp:nvSpPr>
        <dsp:cNvPr id="0" name=""/>
        <dsp:cNvSpPr/>
      </dsp:nvSpPr>
      <dsp:spPr>
        <a:xfrm>
          <a:off x="1790938" y="627574"/>
          <a:ext cx="4184772" cy="4184772"/>
        </a:xfrm>
        <a:prstGeom prst="blockArc">
          <a:avLst>
            <a:gd name="adj1" fmla="val 1800000"/>
            <a:gd name="adj2" fmla="val 9000000"/>
            <a:gd name="adj3" fmla="val 4640"/>
          </a:avLst>
        </a:prstGeom>
        <a:solidFill>
          <a:schemeClr val="accent2">
            <a:hueOff val="-2007458"/>
            <a:satOff val="-674"/>
            <a:lumOff val="-392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B707E3-4301-4C4F-BAFA-C91A10F9DAD0}">
      <dsp:nvSpPr>
        <dsp:cNvPr id="0" name=""/>
        <dsp:cNvSpPr/>
      </dsp:nvSpPr>
      <dsp:spPr>
        <a:xfrm>
          <a:off x="1790938" y="627574"/>
          <a:ext cx="4184772" cy="4184772"/>
        </a:xfrm>
        <a:prstGeom prst="blockArc">
          <a:avLst>
            <a:gd name="adj1" fmla="val 16200000"/>
            <a:gd name="adj2" fmla="val 1800000"/>
            <a:gd name="adj3" fmla="val 464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D98C64-FF27-4267-AA69-5DF3EDEC82D3}">
      <dsp:nvSpPr>
        <dsp:cNvPr id="0" name=""/>
        <dsp:cNvSpPr/>
      </dsp:nvSpPr>
      <dsp:spPr>
        <a:xfrm>
          <a:off x="2920078" y="1756714"/>
          <a:ext cx="1926493" cy="192649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t>Financial Budget</a:t>
          </a:r>
        </a:p>
      </dsp:txBody>
      <dsp:txXfrm>
        <a:off x="3202206" y="2038842"/>
        <a:ext cx="1362237" cy="1362237"/>
      </dsp:txXfrm>
    </dsp:sp>
    <dsp:sp modelId="{5031EA45-E0D9-4840-8D1D-EAD8E3312C33}">
      <dsp:nvSpPr>
        <dsp:cNvPr id="0" name=""/>
        <dsp:cNvSpPr/>
      </dsp:nvSpPr>
      <dsp:spPr>
        <a:xfrm>
          <a:off x="3209052" y="1849"/>
          <a:ext cx="1348545" cy="134854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Labor Planning</a:t>
          </a:r>
        </a:p>
      </dsp:txBody>
      <dsp:txXfrm>
        <a:off x="3406542" y="199339"/>
        <a:ext cx="953565" cy="953565"/>
      </dsp:txXfrm>
    </dsp:sp>
    <dsp:sp modelId="{9C6AB2BF-ED88-45EA-9946-D1DA5313265F}">
      <dsp:nvSpPr>
        <dsp:cNvPr id="0" name=""/>
        <dsp:cNvSpPr/>
      </dsp:nvSpPr>
      <dsp:spPr>
        <a:xfrm>
          <a:off x="4979068" y="3067607"/>
          <a:ext cx="1348545" cy="1348545"/>
        </a:xfrm>
        <a:prstGeom prst="ellipse">
          <a:avLst/>
        </a:prstGeom>
        <a:solidFill>
          <a:schemeClr val="accent2">
            <a:hueOff val="-2007458"/>
            <a:satOff val="-674"/>
            <a:lumOff val="-39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Software Licensing &amp; Support</a:t>
          </a:r>
        </a:p>
      </dsp:txBody>
      <dsp:txXfrm>
        <a:off x="5176558" y="3265097"/>
        <a:ext cx="953565" cy="953565"/>
      </dsp:txXfrm>
    </dsp:sp>
    <dsp:sp modelId="{57B95C3F-98A3-44BA-95F3-FE53B7553659}">
      <dsp:nvSpPr>
        <dsp:cNvPr id="0" name=""/>
        <dsp:cNvSpPr/>
      </dsp:nvSpPr>
      <dsp:spPr>
        <a:xfrm>
          <a:off x="1439036" y="3067607"/>
          <a:ext cx="1348545" cy="1348545"/>
        </a:xfrm>
        <a:prstGeom prst="ellipse">
          <a:avLst/>
        </a:prstGeom>
        <a:solidFill>
          <a:schemeClr val="accent2">
            <a:hueOff val="-4014916"/>
            <a:satOff val="-1348"/>
            <a:lumOff val="-78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Hardware Planning</a:t>
          </a:r>
        </a:p>
      </dsp:txBody>
      <dsp:txXfrm>
        <a:off x="1636526" y="3265097"/>
        <a:ext cx="953565" cy="953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9CE7A-2F3C-44A0-9AA6-EC6593CB1E37}">
      <dsp:nvSpPr>
        <dsp:cNvPr id="0" name=""/>
        <dsp:cNvSpPr/>
      </dsp:nvSpPr>
      <dsp:spPr>
        <a:xfrm>
          <a:off x="1790938" y="627574"/>
          <a:ext cx="4184772" cy="4184772"/>
        </a:xfrm>
        <a:prstGeom prst="blockArc">
          <a:avLst>
            <a:gd name="adj1" fmla="val 11880000"/>
            <a:gd name="adj2" fmla="val 16200000"/>
            <a:gd name="adj3" fmla="val 4640"/>
          </a:avLst>
        </a:prstGeom>
        <a:solidFill>
          <a:schemeClr val="accent1">
            <a:shade val="90000"/>
            <a:hueOff val="286213"/>
            <a:satOff val="-39003"/>
            <a:lumOff val="2551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E1BE0F0-2CFA-407B-9E34-2D527D025072}">
      <dsp:nvSpPr>
        <dsp:cNvPr id="0" name=""/>
        <dsp:cNvSpPr/>
      </dsp:nvSpPr>
      <dsp:spPr>
        <a:xfrm>
          <a:off x="1790938" y="627574"/>
          <a:ext cx="4184772" cy="4184772"/>
        </a:xfrm>
        <a:prstGeom prst="blockArc">
          <a:avLst>
            <a:gd name="adj1" fmla="val 7560000"/>
            <a:gd name="adj2" fmla="val 11880000"/>
            <a:gd name="adj3" fmla="val 4640"/>
          </a:avLst>
        </a:prstGeom>
        <a:solidFill>
          <a:schemeClr val="accent1">
            <a:shade val="90000"/>
            <a:hueOff val="572427"/>
            <a:satOff val="-78006"/>
            <a:lumOff val="5103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E19D58-9F27-425A-A594-67FD9CE4FABB}">
      <dsp:nvSpPr>
        <dsp:cNvPr id="0" name=""/>
        <dsp:cNvSpPr/>
      </dsp:nvSpPr>
      <dsp:spPr>
        <a:xfrm>
          <a:off x="1790938" y="627574"/>
          <a:ext cx="4184772" cy="4184772"/>
        </a:xfrm>
        <a:prstGeom prst="blockArc">
          <a:avLst>
            <a:gd name="adj1" fmla="val 3240000"/>
            <a:gd name="adj2" fmla="val 7560000"/>
            <a:gd name="adj3" fmla="val 4640"/>
          </a:avLst>
        </a:prstGeom>
        <a:solidFill>
          <a:schemeClr val="accent1">
            <a:shade val="90000"/>
            <a:hueOff val="572427"/>
            <a:satOff val="-78006"/>
            <a:lumOff val="5103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9A0CB4-56FB-4DA2-BDE0-A3CABA26EBA5}">
      <dsp:nvSpPr>
        <dsp:cNvPr id="0" name=""/>
        <dsp:cNvSpPr/>
      </dsp:nvSpPr>
      <dsp:spPr>
        <a:xfrm>
          <a:off x="1790938" y="627574"/>
          <a:ext cx="4184772" cy="4184772"/>
        </a:xfrm>
        <a:prstGeom prst="blockArc">
          <a:avLst>
            <a:gd name="adj1" fmla="val 20520000"/>
            <a:gd name="adj2" fmla="val 3240000"/>
            <a:gd name="adj3" fmla="val 4640"/>
          </a:avLst>
        </a:prstGeom>
        <a:solidFill>
          <a:schemeClr val="accent1">
            <a:shade val="90000"/>
            <a:hueOff val="286213"/>
            <a:satOff val="-39003"/>
            <a:lumOff val="2551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B707E3-4301-4C4F-BAFA-C91A10F9DAD0}">
      <dsp:nvSpPr>
        <dsp:cNvPr id="0" name=""/>
        <dsp:cNvSpPr/>
      </dsp:nvSpPr>
      <dsp:spPr>
        <a:xfrm>
          <a:off x="1790938" y="627574"/>
          <a:ext cx="4184772" cy="4184772"/>
        </a:xfrm>
        <a:prstGeom prst="blockArc">
          <a:avLst>
            <a:gd name="adj1" fmla="val 16200000"/>
            <a:gd name="adj2" fmla="val 20520000"/>
            <a:gd name="adj3" fmla="val 464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D98C64-FF27-4267-AA69-5DF3EDEC82D3}">
      <dsp:nvSpPr>
        <dsp:cNvPr id="0" name=""/>
        <dsp:cNvSpPr/>
      </dsp:nvSpPr>
      <dsp:spPr>
        <a:xfrm>
          <a:off x="2920078" y="1756714"/>
          <a:ext cx="1926493" cy="1926493"/>
        </a:xfrm>
        <a:prstGeom prst="ellipse">
          <a:avLst/>
        </a:prstGeom>
        <a:solidFill>
          <a:schemeClr val="accent1">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Roster Management &amp; Demand Planning</a:t>
          </a:r>
        </a:p>
      </dsp:txBody>
      <dsp:txXfrm>
        <a:off x="3202206" y="2038842"/>
        <a:ext cx="1362237" cy="1362237"/>
      </dsp:txXfrm>
    </dsp:sp>
    <dsp:sp modelId="{5031EA45-E0D9-4840-8D1D-EAD8E3312C33}">
      <dsp:nvSpPr>
        <dsp:cNvPr id="0" name=""/>
        <dsp:cNvSpPr/>
      </dsp:nvSpPr>
      <dsp:spPr>
        <a:xfrm>
          <a:off x="3209052" y="1849"/>
          <a:ext cx="1348545" cy="1348545"/>
        </a:xfrm>
        <a:prstGeom prst="ellips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Weekly HR Roster</a:t>
          </a:r>
        </a:p>
      </dsp:txBody>
      <dsp:txXfrm>
        <a:off x="3406542" y="199339"/>
        <a:ext cx="953565" cy="953565"/>
      </dsp:txXfrm>
    </dsp:sp>
    <dsp:sp modelId="{48A1095B-D05C-4815-BE2B-9C89B3AFADDD}">
      <dsp:nvSpPr>
        <dsp:cNvPr id="0" name=""/>
        <dsp:cNvSpPr/>
      </dsp:nvSpPr>
      <dsp:spPr>
        <a:xfrm>
          <a:off x="5152858" y="1414107"/>
          <a:ext cx="1348545" cy="1348545"/>
        </a:xfrm>
        <a:prstGeom prst="ellipse">
          <a:avLst/>
        </a:prstGeom>
        <a:solidFill>
          <a:schemeClr val="accent1">
            <a:shade val="50000"/>
            <a:hueOff val="235995"/>
            <a:satOff val="-38968"/>
            <a:lumOff val="253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JETT Projects &amp; Time Entry Updates</a:t>
          </a:r>
        </a:p>
      </dsp:txBody>
      <dsp:txXfrm>
        <a:off x="5350348" y="1611597"/>
        <a:ext cx="953565" cy="953565"/>
      </dsp:txXfrm>
    </dsp:sp>
    <dsp:sp modelId="{9C6AB2BF-ED88-45EA-9946-D1DA5313265F}">
      <dsp:nvSpPr>
        <dsp:cNvPr id="0" name=""/>
        <dsp:cNvSpPr/>
      </dsp:nvSpPr>
      <dsp:spPr>
        <a:xfrm>
          <a:off x="4410390" y="3699188"/>
          <a:ext cx="1348545" cy="1348545"/>
        </a:xfrm>
        <a:prstGeom prst="ellipse">
          <a:avLst/>
        </a:prstGeom>
        <a:solidFill>
          <a:schemeClr val="accent1">
            <a:shade val="50000"/>
            <a:hueOff val="471990"/>
            <a:satOff val="-77935"/>
            <a:lumOff val="50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Future Demand/Capacity Planning</a:t>
          </a:r>
        </a:p>
      </dsp:txBody>
      <dsp:txXfrm>
        <a:off x="4607880" y="3896678"/>
        <a:ext cx="953565" cy="953565"/>
      </dsp:txXfrm>
    </dsp:sp>
    <dsp:sp modelId="{57B95C3F-98A3-44BA-95F3-FE53B7553659}">
      <dsp:nvSpPr>
        <dsp:cNvPr id="0" name=""/>
        <dsp:cNvSpPr/>
      </dsp:nvSpPr>
      <dsp:spPr>
        <a:xfrm>
          <a:off x="2007714" y="3699188"/>
          <a:ext cx="1348545" cy="1348545"/>
        </a:xfrm>
        <a:prstGeom prst="ellipse">
          <a:avLst/>
        </a:prstGeom>
        <a:solidFill>
          <a:schemeClr val="accent1">
            <a:shade val="50000"/>
            <a:hueOff val="471990"/>
            <a:satOff val="-77935"/>
            <a:lumOff val="50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Leadership Review</a:t>
          </a:r>
        </a:p>
      </dsp:txBody>
      <dsp:txXfrm>
        <a:off x="2205204" y="3896678"/>
        <a:ext cx="953565" cy="953565"/>
      </dsp:txXfrm>
    </dsp:sp>
    <dsp:sp modelId="{7932F1DB-DA15-4AC0-BEA9-8C2EFDCD3208}">
      <dsp:nvSpPr>
        <dsp:cNvPr id="0" name=""/>
        <dsp:cNvSpPr/>
      </dsp:nvSpPr>
      <dsp:spPr>
        <a:xfrm>
          <a:off x="1265246" y="1414107"/>
          <a:ext cx="1348545" cy="1348545"/>
        </a:xfrm>
        <a:prstGeom prst="ellipse">
          <a:avLst/>
        </a:prstGeom>
        <a:solidFill>
          <a:schemeClr val="accent1">
            <a:shade val="50000"/>
            <a:hueOff val="235995"/>
            <a:satOff val="-38968"/>
            <a:lumOff val="253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Business Planning Financial Analysis</a:t>
          </a:r>
        </a:p>
      </dsp:txBody>
      <dsp:txXfrm>
        <a:off x="1462736" y="1611597"/>
        <a:ext cx="953565" cy="953565"/>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0D0202-0189-D27C-C9C6-6D4A3E166566}"/>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latin typeface="Spectrum Sans" panose="020B0502020503020304" pitchFamily="34" charset="0"/>
            </a:endParaRPr>
          </a:p>
        </p:txBody>
      </p:sp>
      <p:sp>
        <p:nvSpPr>
          <p:cNvPr id="3" name="Date Placeholder 2">
            <a:extLst>
              <a:ext uri="{FF2B5EF4-FFF2-40B4-BE49-F238E27FC236}">
                <a16:creationId xmlns:a16="http://schemas.microsoft.com/office/drawing/2014/main" id="{72901CE3-6DF6-83C2-6E6A-46705D71C985}"/>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FD7B682D-9A60-CE44-AFD6-3195B225FF91}" type="datetimeFigureOut">
              <a:rPr lang="en-US" smtClean="0">
                <a:latin typeface="Spectrum Sans" panose="020B0502020503020304" pitchFamily="34" charset="0"/>
              </a:rPr>
              <a:t>5/26/2026</a:t>
            </a:fld>
            <a:endParaRPr lang="en-US" dirty="0">
              <a:latin typeface="Spectrum Sans" panose="020B0502020503020304" pitchFamily="34" charset="0"/>
            </a:endParaRPr>
          </a:p>
        </p:txBody>
      </p:sp>
      <p:sp>
        <p:nvSpPr>
          <p:cNvPr id="4" name="Footer Placeholder 3">
            <a:extLst>
              <a:ext uri="{FF2B5EF4-FFF2-40B4-BE49-F238E27FC236}">
                <a16:creationId xmlns:a16="http://schemas.microsoft.com/office/drawing/2014/main" id="{23352DE7-CB5D-0E8F-DE4C-13383CB4F6A4}"/>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latin typeface="Spectrum Sans" panose="020B0502020503020304" pitchFamily="34" charset="0"/>
            </a:endParaRPr>
          </a:p>
        </p:txBody>
      </p:sp>
      <p:sp>
        <p:nvSpPr>
          <p:cNvPr id="5" name="Slide Number Placeholder 4">
            <a:extLst>
              <a:ext uri="{FF2B5EF4-FFF2-40B4-BE49-F238E27FC236}">
                <a16:creationId xmlns:a16="http://schemas.microsoft.com/office/drawing/2014/main" id="{20C9ABA2-B4BC-F86E-3D60-496BB9A93BF3}"/>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BD424403-5134-D248-BAE4-5B6623029679}" type="slidenum">
              <a:rPr lang="en-US" smtClean="0">
                <a:latin typeface="Spectrum Sans" panose="020B0502020503020304" pitchFamily="34" charset="0"/>
              </a:rPr>
              <a:t>‹#›</a:t>
            </a:fld>
            <a:endParaRPr lang="en-US" dirty="0">
              <a:latin typeface="Spectrum Sans" panose="020B0502020503020304" pitchFamily="34" charset="0"/>
            </a:endParaRPr>
          </a:p>
        </p:txBody>
      </p:sp>
    </p:spTree>
    <p:extLst>
      <p:ext uri="{BB962C8B-B14F-4D97-AF65-F5344CB8AC3E}">
        <p14:creationId xmlns:p14="http://schemas.microsoft.com/office/powerpoint/2010/main" val="126849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037840" cy="466434"/>
          </a:xfrm>
          <a:prstGeom prst="rect">
            <a:avLst/>
          </a:prstGeom>
        </p:spPr>
        <p:txBody>
          <a:bodyPr vert="horz" lIns="93177" tIns="46589" rIns="93177" bIns="46589"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970938" y="3"/>
            <a:ext cx="3037840" cy="466434"/>
          </a:xfrm>
          <a:prstGeom prst="rect">
            <a:avLst/>
          </a:prstGeom>
        </p:spPr>
        <p:txBody>
          <a:bodyPr vert="horz" lIns="93177" tIns="46589" rIns="93177" bIns="46589" rtlCol="0"/>
          <a:lstStyle>
            <a:lvl1pPr algn="r">
              <a:defRPr sz="1200" b="0" i="0">
                <a:latin typeface="Arial" panose="020B0604020202020204" pitchFamily="34" charset="0"/>
              </a:defRPr>
            </a:lvl1pPr>
          </a:lstStyle>
          <a:p>
            <a:fld id="{A057FAE8-10E4-8741-96A0-F6B0CAD2E3E1}" type="datetimeFigureOut">
              <a:rPr lang="en-US" smtClean="0"/>
              <a:pPr/>
              <a:t>5/26/2026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9"/>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b="0" i="0">
                <a:latin typeface="Arial" panose="020B0604020202020204" pitchFamily="34" charset="0"/>
              </a:defRPr>
            </a:lvl1pPr>
          </a:lstStyle>
          <a:p>
            <a:fld id="{DF73CE93-8BDF-6448-B8FF-679A190B319F}" type="slidenum">
              <a:rPr lang="en-US" smtClean="0"/>
              <a:pPr/>
              <a:t>‹#›</a:t>
            </a:fld>
            <a:endParaRPr lang="en-US"/>
          </a:p>
        </p:txBody>
      </p:sp>
    </p:spTree>
    <p:extLst>
      <p:ext uri="{BB962C8B-B14F-4D97-AF65-F5344CB8AC3E}">
        <p14:creationId xmlns:p14="http://schemas.microsoft.com/office/powerpoint/2010/main" val="1674257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36531"/>
            <a:ext cx="5863034" cy="844847"/>
          </a:xfrm>
        </p:spPr>
        <p:txBody>
          <a:bodyPr wrap="square" tIns="0" anchor="b" anchorCtr="0">
            <a:noAutofit/>
          </a:bodyPr>
          <a:lstStyle>
            <a:lvl1pPr algn="l">
              <a:defRPr sz="4050" spc="0">
                <a:solidFill>
                  <a:schemeClr val="tx2"/>
                </a:solidFill>
              </a:defRPr>
            </a:lvl1pPr>
          </a:lstStyle>
          <a:p>
            <a:r>
              <a:rPr lang="en-US" dirty="0"/>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383552" y="5180350"/>
            <a:ext cx="5863034" cy="276999"/>
          </a:xfrm>
          <a:prstGeom prst="rect">
            <a:avLst/>
          </a:prstGeom>
        </p:spPr>
        <p:txBody>
          <a:bodyPr vert="horz" lIns="0" tIns="0" rIns="0" bIns="0" rtlCol="0">
            <a:noAutofit/>
          </a:bodyPr>
          <a:lstStyle>
            <a:lvl1pPr>
              <a:defRPr lang="en-US" sz="1500" cap="none" baseline="0" dirty="0">
                <a:solidFill>
                  <a:schemeClr val="tx2"/>
                </a:solidFill>
              </a:defRPr>
            </a:lvl1pPr>
          </a:lstStyle>
          <a:p>
            <a:pPr lvl="0"/>
            <a:r>
              <a:rPr lang="en-US" dirty="0"/>
              <a:t>Subtitle</a:t>
            </a:r>
          </a:p>
        </p:txBody>
      </p:sp>
      <p:sp>
        <p:nvSpPr>
          <p:cNvPr id="7" name="TextBox 6">
            <a:extLst>
              <a:ext uri="{FF2B5EF4-FFF2-40B4-BE49-F238E27FC236}">
                <a16:creationId xmlns:a16="http://schemas.microsoft.com/office/drawing/2014/main" id="{85D454DA-A91C-E966-9D53-773AF37918BE}"/>
              </a:ext>
            </a:extLst>
          </p:cNvPr>
          <p:cNvSpPr txBox="1"/>
          <p:nvPr userDrawn="1"/>
        </p:nvSpPr>
        <p:spPr>
          <a:xfrm>
            <a:off x="6817057" y="7233313"/>
            <a:ext cx="0" cy="0"/>
          </a:xfrm>
          <a:prstGeom prst="rect">
            <a:avLst/>
          </a:prstGeom>
          <a:noFill/>
        </p:spPr>
        <p:txBody>
          <a:bodyPr wrap="none" lIns="0" tIns="0" rIns="0" bIns="0" rtlCol="0">
            <a:noAutofit/>
          </a:bodyPr>
          <a:lstStyle/>
          <a:p>
            <a:pPr algn="l">
              <a:spcBef>
                <a:spcPts val="675"/>
              </a:spcBef>
            </a:pPr>
            <a:endParaRPr lang="en-US" sz="1500" b="0" i="0" dirty="0">
              <a:solidFill>
                <a:schemeClr val="bg1"/>
              </a:solidFill>
              <a:latin typeface="Spectrum Sans" panose="020B0502020503020304" pitchFamily="34" charset="0"/>
            </a:endParaRPr>
          </a:p>
        </p:txBody>
      </p:sp>
      <p:grpSp>
        <p:nvGrpSpPr>
          <p:cNvPr id="15" name="Group 14">
            <a:extLst>
              <a:ext uri="{FF2B5EF4-FFF2-40B4-BE49-F238E27FC236}">
                <a16:creationId xmlns:a16="http://schemas.microsoft.com/office/drawing/2014/main" id="{391F2562-059A-F136-F252-DE75689686B5}"/>
              </a:ext>
            </a:extLst>
          </p:cNvPr>
          <p:cNvGrpSpPr/>
          <p:nvPr userDrawn="1"/>
        </p:nvGrpSpPr>
        <p:grpSpPr>
          <a:xfrm>
            <a:off x="414664" y="619345"/>
            <a:ext cx="2512016" cy="524732"/>
            <a:chOff x="555647" y="619345"/>
            <a:chExt cx="2512016" cy="524732"/>
          </a:xfrm>
        </p:grpSpPr>
        <p:sp>
          <p:nvSpPr>
            <p:cNvPr id="19" name="Freeform 18">
              <a:extLst>
                <a:ext uri="{FF2B5EF4-FFF2-40B4-BE49-F238E27FC236}">
                  <a16:creationId xmlns:a16="http://schemas.microsoft.com/office/drawing/2014/main" id="{F2F293D5-95E4-5BAD-5157-B693F23E70D8}"/>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F6DD7B77-272E-68B5-1909-929246338575}"/>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6248A101-5A4C-003F-90DE-D1A75D484A33}"/>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B963CEC-7A55-2921-45C6-A1786271A59C}"/>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49687C8-165A-6C82-509D-61893FA7DF01}"/>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93E2CDF8-6D5C-89B8-9C26-5A66D6F01913}"/>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E19BA7C-158D-B0C3-F42B-2991E10DB3B5}"/>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17907AF-83EB-B3AC-06E7-13C1EFAAB1B1}"/>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E0212083-6A6D-62A3-ABC3-AC9BCC032E94}"/>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324289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Option 1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36531"/>
            <a:ext cx="5863034" cy="844847"/>
          </a:xfrm>
        </p:spPr>
        <p:txBody>
          <a:bodyPr wrap="square" tIns="0" anchor="b" anchorCtr="0">
            <a:noAutofit/>
          </a:bodyPr>
          <a:lstStyle>
            <a:lvl1pPr algn="l">
              <a:defRPr sz="4050" b="0" i="0" spc="0">
                <a:solidFill>
                  <a:schemeClr val="accent1"/>
                </a:solidFill>
                <a:latin typeface="Spectrum Sans" panose="020B0502020503020304" pitchFamily="34" charset="0"/>
                <a:cs typeface="Spectrum Sans" panose="020B0502020503020304" pitchFamily="34" charset="0"/>
              </a:defRPr>
            </a:lvl1pPr>
          </a:lstStyle>
          <a:p>
            <a:r>
              <a:rPr lang="en-US" dirty="0"/>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383552" y="5180350"/>
            <a:ext cx="5863034" cy="276999"/>
          </a:xfrm>
          <a:prstGeom prst="rect">
            <a:avLst/>
          </a:prstGeom>
        </p:spPr>
        <p:txBody>
          <a:bodyPr vert="horz" lIns="0" tIns="0" rIns="0" bIns="0" rtlCol="0">
            <a:noAutofit/>
          </a:bodyPr>
          <a:lstStyle>
            <a:lvl1pPr>
              <a:defRPr lang="en-US" sz="1500" cap="none" baseline="0" dirty="0">
                <a:solidFill>
                  <a:schemeClr val="accent1"/>
                </a:solidFill>
              </a:defRPr>
            </a:lvl1pPr>
          </a:lstStyle>
          <a:p>
            <a:pPr lvl="0"/>
            <a:r>
              <a:rPr lang="en-US" dirty="0"/>
              <a:t>Subtitle</a:t>
            </a:r>
          </a:p>
        </p:txBody>
      </p:sp>
      <p:grpSp>
        <p:nvGrpSpPr>
          <p:cNvPr id="16" name="Group 15">
            <a:extLst>
              <a:ext uri="{FF2B5EF4-FFF2-40B4-BE49-F238E27FC236}">
                <a16:creationId xmlns:a16="http://schemas.microsoft.com/office/drawing/2014/main" id="{1AC4C75D-B814-166C-A632-9753E55017CF}"/>
              </a:ext>
            </a:extLst>
          </p:cNvPr>
          <p:cNvGrpSpPr/>
          <p:nvPr userDrawn="1"/>
        </p:nvGrpSpPr>
        <p:grpSpPr>
          <a:xfrm>
            <a:off x="414664" y="619345"/>
            <a:ext cx="2512016" cy="524732"/>
            <a:chOff x="555647" y="619345"/>
            <a:chExt cx="2512016" cy="524732"/>
          </a:xfrm>
        </p:grpSpPr>
        <p:sp>
          <p:nvSpPr>
            <p:cNvPr id="17" name="Freeform 16">
              <a:extLst>
                <a:ext uri="{FF2B5EF4-FFF2-40B4-BE49-F238E27FC236}">
                  <a16:creationId xmlns:a16="http://schemas.microsoft.com/office/drawing/2014/main" id="{058D22E6-F5A4-4570-EF1A-0A96FEC90DC1}"/>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8ED5736-8A70-3343-CE85-3695E713D2B6}"/>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213CF35-B76F-8964-57BC-CAC8281705EC}"/>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897490-95AD-ADA0-C264-70E5A91FEBC5}"/>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FA4DB7CA-09B6-BF32-B9B0-98D6DD4DA82D}"/>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79D1DF12-832A-1B11-7522-8F5D4AE19C31}"/>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45558C7-C69D-E51F-2B51-9DA8D459E5E1}"/>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D2B272B-7C83-421F-ECCB-3A83168670DA}"/>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BAD2D6D-2F5D-7B36-DE36-9F4E3B55837F}"/>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grpSp>
        <p:nvGrpSpPr>
          <p:cNvPr id="6" name="Group 5">
            <a:extLst>
              <a:ext uri="{FF2B5EF4-FFF2-40B4-BE49-F238E27FC236}">
                <a16:creationId xmlns:a16="http://schemas.microsoft.com/office/drawing/2014/main" id="{A9B85172-472A-786F-8BF9-25A131E4B29F}"/>
              </a:ext>
            </a:extLst>
          </p:cNvPr>
          <p:cNvGrpSpPr/>
          <p:nvPr userDrawn="1"/>
        </p:nvGrpSpPr>
        <p:grpSpPr>
          <a:xfrm>
            <a:off x="2736098" y="0"/>
            <a:ext cx="6412179" cy="6858000"/>
            <a:chOff x="5779821" y="0"/>
            <a:chExt cx="6412179" cy="6858000"/>
          </a:xfrm>
        </p:grpSpPr>
        <p:sp>
          <p:nvSpPr>
            <p:cNvPr id="3" name="Freeform 2">
              <a:extLst>
                <a:ext uri="{FF2B5EF4-FFF2-40B4-BE49-F238E27FC236}">
                  <a16:creationId xmlns:a16="http://schemas.microsoft.com/office/drawing/2014/main" id="{31C9070E-4148-107B-299F-FB6F1BA24692}"/>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2"/>
                </a:gs>
                <a:gs pos="100000">
                  <a:schemeClr val="accent3"/>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sp>
          <p:nvSpPr>
            <p:cNvPr id="5" name="Freeform 4">
              <a:extLst>
                <a:ext uri="{FF2B5EF4-FFF2-40B4-BE49-F238E27FC236}">
                  <a16:creationId xmlns:a16="http://schemas.microsoft.com/office/drawing/2014/main" id="{25537DB9-B593-446E-EF2C-AF0A25D664C6}"/>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2"/>
                </a:gs>
                <a:gs pos="100000">
                  <a:schemeClr val="accent3"/>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grpSp>
    </p:spTree>
    <p:extLst>
      <p:ext uri="{BB962C8B-B14F-4D97-AF65-F5344CB8AC3E}">
        <p14:creationId xmlns:p14="http://schemas.microsoft.com/office/powerpoint/2010/main" val="4239913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ont Cover Option 1B">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36531"/>
            <a:ext cx="5863034" cy="844847"/>
          </a:xfrm>
        </p:spPr>
        <p:txBody>
          <a:bodyPr wrap="square" tIns="0" anchor="b" anchorCtr="0">
            <a:noAutofit/>
          </a:bodyPr>
          <a:lstStyle>
            <a:lvl1pPr algn="l">
              <a:defRPr sz="4050" b="0" i="0" spc="0">
                <a:solidFill>
                  <a:schemeClr val="accent1"/>
                </a:solidFill>
                <a:latin typeface="Spectrum Sans" panose="020B0502020503020304" pitchFamily="34" charset="0"/>
                <a:cs typeface="Spectrum Sans" panose="020B0502020503020304" pitchFamily="34" charset="0"/>
              </a:defRPr>
            </a:lvl1pPr>
          </a:lstStyle>
          <a:p>
            <a:r>
              <a:rPr lang="en-US" dirty="0"/>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383552" y="5180350"/>
            <a:ext cx="5863034" cy="276999"/>
          </a:xfrm>
          <a:prstGeom prst="rect">
            <a:avLst/>
          </a:prstGeom>
        </p:spPr>
        <p:txBody>
          <a:bodyPr vert="horz" lIns="0" tIns="0" rIns="0" bIns="0" rtlCol="0">
            <a:noAutofit/>
          </a:bodyPr>
          <a:lstStyle>
            <a:lvl1pPr>
              <a:defRPr lang="en-US" sz="1500" cap="none" baseline="0" dirty="0">
                <a:solidFill>
                  <a:schemeClr val="accent1"/>
                </a:solidFill>
              </a:defRPr>
            </a:lvl1pPr>
          </a:lstStyle>
          <a:p>
            <a:pPr lvl="0"/>
            <a:r>
              <a:rPr lang="en-US" dirty="0"/>
              <a:t>Subtitle</a:t>
            </a:r>
          </a:p>
        </p:txBody>
      </p:sp>
      <p:sp>
        <p:nvSpPr>
          <p:cNvPr id="14" name="TextBox 13">
            <a:extLst>
              <a:ext uri="{FF2B5EF4-FFF2-40B4-BE49-F238E27FC236}">
                <a16:creationId xmlns:a16="http://schemas.microsoft.com/office/drawing/2014/main" id="{F969409D-ACA2-79E8-8BB7-F056C78FAC09}"/>
              </a:ext>
            </a:extLst>
          </p:cNvPr>
          <p:cNvSpPr txBox="1"/>
          <p:nvPr userDrawn="1"/>
        </p:nvSpPr>
        <p:spPr>
          <a:xfrm>
            <a:off x="5388680" y="1072055"/>
            <a:ext cx="0" cy="0"/>
          </a:xfrm>
          <a:prstGeom prst="rect">
            <a:avLst/>
          </a:prstGeom>
          <a:noFill/>
        </p:spPr>
        <p:txBody>
          <a:bodyPr wrap="none" lIns="0" tIns="0" rIns="0" bIns="0" rtlCol="0">
            <a:noAutofit/>
          </a:bodyPr>
          <a:lstStyle/>
          <a:p>
            <a:pPr algn="l">
              <a:lnSpc>
                <a:spcPct val="110000"/>
              </a:lnSpc>
              <a:spcBef>
                <a:spcPts val="675"/>
              </a:spcBef>
            </a:pPr>
            <a:endParaRPr lang="en-US" sz="1500" b="0" i="0" dirty="0">
              <a:latin typeface="Spectrum Sans" panose="020B0502020503020304" pitchFamily="34" charset="0"/>
              <a:ea typeface="Open Sans Light" pitchFamily="2" charset="0"/>
              <a:cs typeface="Spectrum Sans" panose="020B0502020503020304" pitchFamily="34" charset="0"/>
            </a:endParaRPr>
          </a:p>
        </p:txBody>
      </p:sp>
      <p:grpSp>
        <p:nvGrpSpPr>
          <p:cNvPr id="3" name="Group 2">
            <a:extLst>
              <a:ext uri="{FF2B5EF4-FFF2-40B4-BE49-F238E27FC236}">
                <a16:creationId xmlns:a16="http://schemas.microsoft.com/office/drawing/2014/main" id="{33367C84-19F4-13DB-2F62-9F6D477C5CEA}"/>
              </a:ext>
            </a:extLst>
          </p:cNvPr>
          <p:cNvGrpSpPr/>
          <p:nvPr userDrawn="1"/>
        </p:nvGrpSpPr>
        <p:grpSpPr>
          <a:xfrm>
            <a:off x="414664" y="619345"/>
            <a:ext cx="2512016" cy="524732"/>
            <a:chOff x="555647" y="619345"/>
            <a:chExt cx="2512016" cy="524732"/>
          </a:xfrm>
        </p:grpSpPr>
        <p:sp>
          <p:nvSpPr>
            <p:cNvPr id="5" name="Freeform 4">
              <a:extLst>
                <a:ext uri="{FF2B5EF4-FFF2-40B4-BE49-F238E27FC236}">
                  <a16:creationId xmlns:a16="http://schemas.microsoft.com/office/drawing/2014/main" id="{5BB410CF-A729-295C-A7AD-5DC3AED09199}"/>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3D62595-E901-A10A-809E-F6A099ED7592}"/>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8628A79-9DFE-D3E2-14F2-32F6C6CEB5CA}"/>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FB054AF-18F8-5D38-8BF0-51B6F44FBBA4}"/>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DD17F36-6E21-5701-05DF-8CCBC64E822E}"/>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1378F66-2BE2-6C92-57CC-F602B69F01AD}"/>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E551BC8-0BCD-F795-27B7-783D333E10BF}"/>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343AF6C2-07BB-614E-421E-48DEBAED10C3}"/>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A8444BBD-6A61-3C01-3117-31CE3DBE0E0A}"/>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grpSp>
        <p:nvGrpSpPr>
          <p:cNvPr id="8" name="Group 7">
            <a:extLst>
              <a:ext uri="{FF2B5EF4-FFF2-40B4-BE49-F238E27FC236}">
                <a16:creationId xmlns:a16="http://schemas.microsoft.com/office/drawing/2014/main" id="{A59D5FC9-D0E4-DE2E-C31D-AD2DDCD62C9B}"/>
              </a:ext>
            </a:extLst>
          </p:cNvPr>
          <p:cNvGrpSpPr/>
          <p:nvPr userDrawn="1"/>
        </p:nvGrpSpPr>
        <p:grpSpPr>
          <a:xfrm>
            <a:off x="2736098" y="0"/>
            <a:ext cx="6412179" cy="6858000"/>
            <a:chOff x="5779821" y="0"/>
            <a:chExt cx="6412179" cy="6858000"/>
          </a:xfrm>
        </p:grpSpPr>
        <p:sp>
          <p:nvSpPr>
            <p:cNvPr id="6" name="Freeform 5">
              <a:extLst>
                <a:ext uri="{FF2B5EF4-FFF2-40B4-BE49-F238E27FC236}">
                  <a16:creationId xmlns:a16="http://schemas.microsoft.com/office/drawing/2014/main" id="{5C4875CA-902B-9AD3-BDD5-F801DBD0A2AE}"/>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3"/>
                </a:gs>
                <a:gs pos="99000">
                  <a:schemeClr val="accent4"/>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sp>
          <p:nvSpPr>
            <p:cNvPr id="7" name="Freeform 6">
              <a:extLst>
                <a:ext uri="{FF2B5EF4-FFF2-40B4-BE49-F238E27FC236}">
                  <a16:creationId xmlns:a16="http://schemas.microsoft.com/office/drawing/2014/main" id="{65FC3A01-8FCC-FE0F-D2E2-DCE5B93018A6}"/>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5000">
                  <a:schemeClr val="accent3"/>
                </a:gs>
                <a:gs pos="99000">
                  <a:schemeClr val="accent4"/>
                </a:gs>
              </a:gsLst>
              <a:lin ang="0" scaled="0"/>
            </a:gradFill>
            <a:ln w="12700">
              <a:noFill/>
            </a:ln>
          </p:spPr>
          <p:txBody>
            <a:bodyPr vert="horz" wrap="square" lIns="182880" tIns="182880" rIns="182880" bIns="0" rtlCol="0" anchor="ctr">
              <a:noAutofit/>
            </a:bodyPr>
            <a:lstStyle/>
            <a:p>
              <a:pPr lvl="0">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grpSp>
    </p:spTree>
    <p:extLst>
      <p:ext uri="{BB962C8B-B14F-4D97-AF65-F5344CB8AC3E}">
        <p14:creationId xmlns:p14="http://schemas.microsoft.com/office/powerpoint/2010/main" val="216612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ont Cover Option 1C">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36531"/>
            <a:ext cx="5863034" cy="844847"/>
          </a:xfrm>
        </p:spPr>
        <p:txBody>
          <a:bodyPr wrap="square" tIns="0" anchor="b" anchorCtr="0">
            <a:noAutofit/>
          </a:bodyPr>
          <a:lstStyle>
            <a:lvl1pPr algn="l">
              <a:defRPr sz="4050" b="0" i="0" spc="0">
                <a:solidFill>
                  <a:schemeClr val="accent1"/>
                </a:solidFill>
                <a:latin typeface="Spectrum Sans" panose="020B0502020503020304" pitchFamily="34" charset="0"/>
                <a:cs typeface="Spectrum Sans" panose="020B0502020503020304" pitchFamily="34" charset="0"/>
              </a:defRPr>
            </a:lvl1pPr>
          </a:lstStyle>
          <a:p>
            <a:r>
              <a:rPr lang="en-US" dirty="0"/>
              <a:t>Front Cover</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383552" y="5180350"/>
            <a:ext cx="5863034" cy="276999"/>
          </a:xfrm>
          <a:prstGeom prst="rect">
            <a:avLst/>
          </a:prstGeom>
        </p:spPr>
        <p:txBody>
          <a:bodyPr vert="horz" lIns="0" tIns="0" rIns="0" bIns="0" rtlCol="0">
            <a:noAutofit/>
          </a:bodyPr>
          <a:lstStyle>
            <a:lvl1pPr>
              <a:defRPr lang="en-US" sz="1500" cap="none" baseline="0" dirty="0">
                <a:solidFill>
                  <a:schemeClr val="accent1"/>
                </a:solidFill>
              </a:defRPr>
            </a:lvl1pPr>
          </a:lstStyle>
          <a:p>
            <a:pPr lvl="0"/>
            <a:r>
              <a:rPr lang="en-US" dirty="0"/>
              <a:t>Subtitle</a:t>
            </a:r>
          </a:p>
        </p:txBody>
      </p:sp>
      <p:sp>
        <p:nvSpPr>
          <p:cNvPr id="14" name="TextBox 13">
            <a:extLst>
              <a:ext uri="{FF2B5EF4-FFF2-40B4-BE49-F238E27FC236}">
                <a16:creationId xmlns:a16="http://schemas.microsoft.com/office/drawing/2014/main" id="{1763408E-2EF9-343A-8B7B-6A6BCF537976}"/>
              </a:ext>
            </a:extLst>
          </p:cNvPr>
          <p:cNvSpPr txBox="1"/>
          <p:nvPr userDrawn="1"/>
        </p:nvSpPr>
        <p:spPr>
          <a:xfrm>
            <a:off x="5388680" y="1072055"/>
            <a:ext cx="0" cy="0"/>
          </a:xfrm>
          <a:prstGeom prst="rect">
            <a:avLst/>
          </a:prstGeom>
          <a:noFill/>
        </p:spPr>
        <p:txBody>
          <a:bodyPr wrap="none" lIns="0" tIns="0" rIns="0" bIns="0" rtlCol="0">
            <a:noAutofit/>
          </a:bodyPr>
          <a:lstStyle/>
          <a:p>
            <a:pPr algn="l">
              <a:lnSpc>
                <a:spcPct val="110000"/>
              </a:lnSpc>
              <a:spcBef>
                <a:spcPts val="675"/>
              </a:spcBef>
            </a:pPr>
            <a:endParaRPr lang="en-US" sz="1500" b="0" i="0" dirty="0">
              <a:latin typeface="Spectrum Sans" panose="020B0502020503020304" pitchFamily="34" charset="0"/>
              <a:ea typeface="Open Sans Light" pitchFamily="2" charset="0"/>
              <a:cs typeface="Spectrum Sans" panose="020B0502020503020304" pitchFamily="34" charset="0"/>
            </a:endParaRPr>
          </a:p>
        </p:txBody>
      </p:sp>
      <p:grpSp>
        <p:nvGrpSpPr>
          <p:cNvPr id="3" name="Group 2">
            <a:extLst>
              <a:ext uri="{FF2B5EF4-FFF2-40B4-BE49-F238E27FC236}">
                <a16:creationId xmlns:a16="http://schemas.microsoft.com/office/drawing/2014/main" id="{6513FCDE-DA2A-5459-C814-410A33F7A7E5}"/>
              </a:ext>
            </a:extLst>
          </p:cNvPr>
          <p:cNvGrpSpPr/>
          <p:nvPr userDrawn="1"/>
        </p:nvGrpSpPr>
        <p:grpSpPr>
          <a:xfrm>
            <a:off x="414664" y="619345"/>
            <a:ext cx="2512016" cy="524732"/>
            <a:chOff x="555647" y="619345"/>
            <a:chExt cx="2512016" cy="524732"/>
          </a:xfrm>
        </p:grpSpPr>
        <p:sp>
          <p:nvSpPr>
            <p:cNvPr id="5" name="Freeform 4">
              <a:extLst>
                <a:ext uri="{FF2B5EF4-FFF2-40B4-BE49-F238E27FC236}">
                  <a16:creationId xmlns:a16="http://schemas.microsoft.com/office/drawing/2014/main" id="{20C31331-562F-BDE1-C8F8-1FBA0851AFFA}"/>
                </a:ext>
              </a:extLst>
            </p:cNvPr>
            <p:cNvSpPr/>
            <p:nvPr/>
          </p:nvSpPr>
          <p:spPr>
            <a:xfrm>
              <a:off x="555647" y="619345"/>
              <a:ext cx="322288" cy="416662"/>
            </a:xfrm>
            <a:custGeom>
              <a:avLst/>
              <a:gdLst>
                <a:gd name="connsiteX0" fmla="*/ 19843 w 138864"/>
                <a:gd name="connsiteY0" fmla="*/ 165134 h 179527"/>
                <a:gd name="connsiteX1" fmla="*/ 70428 w 138864"/>
                <a:gd name="connsiteY1" fmla="*/ 179528 h 179527"/>
                <a:gd name="connsiteX2" fmla="*/ 121013 w 138864"/>
                <a:gd name="connsiteY2" fmla="*/ 165660 h 179527"/>
                <a:gd name="connsiteX3" fmla="*/ 138864 w 138864"/>
                <a:gd name="connsiteY3" fmla="*/ 123982 h 179527"/>
                <a:gd name="connsiteX4" fmla="*/ 133415 w 138864"/>
                <a:gd name="connsiteY4" fmla="*/ 101170 h 179527"/>
                <a:gd name="connsiteX5" fmla="*/ 116729 w 138864"/>
                <a:gd name="connsiteY5" fmla="*/ 85235 h 179527"/>
                <a:gd name="connsiteX6" fmla="*/ 103725 w 138864"/>
                <a:gd name="connsiteY6" fmla="*/ 80237 h 179527"/>
                <a:gd name="connsiteX7" fmla="*/ 64340 w 138864"/>
                <a:gd name="connsiteY7" fmla="*/ 69301 h 179527"/>
                <a:gd name="connsiteX8" fmla="*/ 36717 w 138864"/>
                <a:gd name="connsiteY8" fmla="*/ 49608 h 179527"/>
                <a:gd name="connsiteX9" fmla="*/ 65505 w 138864"/>
                <a:gd name="connsiteY9" fmla="*/ 28788 h 179527"/>
                <a:gd name="connsiteX10" fmla="*/ 89820 w 138864"/>
                <a:gd name="connsiteY10" fmla="*/ 35252 h 179527"/>
                <a:gd name="connsiteX11" fmla="*/ 99291 w 138864"/>
                <a:gd name="connsiteY11" fmla="*/ 54118 h 179527"/>
                <a:gd name="connsiteX12" fmla="*/ 132964 w 138864"/>
                <a:gd name="connsiteY12" fmla="*/ 54118 h 179527"/>
                <a:gd name="connsiteX13" fmla="*/ 115113 w 138864"/>
                <a:gd name="connsiteY13" fmla="*/ 13905 h 179527"/>
                <a:gd name="connsiteX14" fmla="*/ 68474 w 138864"/>
                <a:gd name="connsiteY14" fmla="*/ 0 h 179527"/>
                <a:gd name="connsiteX15" fmla="*/ 19355 w 138864"/>
                <a:gd name="connsiteY15" fmla="*/ 13379 h 179527"/>
                <a:gd name="connsiteX16" fmla="*/ 2480 w 138864"/>
                <a:gd name="connsiteY16" fmla="*/ 51562 h 179527"/>
                <a:gd name="connsiteX17" fmla="*/ 21346 w 138864"/>
                <a:gd name="connsiteY17" fmla="*/ 90271 h 179527"/>
                <a:gd name="connsiteX18" fmla="*/ 55095 w 138864"/>
                <a:gd name="connsiteY18" fmla="*/ 101696 h 179527"/>
                <a:gd name="connsiteX19" fmla="*/ 68511 w 138864"/>
                <a:gd name="connsiteY19" fmla="*/ 104627 h 179527"/>
                <a:gd name="connsiteX20" fmla="*/ 104703 w 138864"/>
                <a:gd name="connsiteY20" fmla="*/ 128980 h 179527"/>
                <a:gd name="connsiteX21" fmla="*/ 96773 w 138864"/>
                <a:gd name="connsiteY21" fmla="*/ 144877 h 179527"/>
                <a:gd name="connsiteX22" fmla="*/ 73472 w 138864"/>
                <a:gd name="connsiteY22" fmla="*/ 150327 h 179527"/>
                <a:gd name="connsiteX23" fmla="*/ 46188 w 138864"/>
                <a:gd name="connsiteY23" fmla="*/ 143374 h 179527"/>
                <a:gd name="connsiteX24" fmla="*/ 34763 w 138864"/>
                <a:gd name="connsiteY24" fmla="*/ 122516 h 179527"/>
                <a:gd name="connsiteX25" fmla="*/ 0 w 138864"/>
                <a:gd name="connsiteY25" fmla="*/ 122516 h 179527"/>
                <a:gd name="connsiteX26" fmla="*/ 19843 w 138864"/>
                <a:gd name="connsiteY26" fmla="*/ 165171 h 17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864" h="179527">
                  <a:moveTo>
                    <a:pt x="19843" y="165134"/>
                  </a:moveTo>
                  <a:cubicBezTo>
                    <a:pt x="31080" y="174717"/>
                    <a:pt x="47954" y="179528"/>
                    <a:pt x="70428" y="179528"/>
                  </a:cubicBezTo>
                  <a:cubicBezTo>
                    <a:pt x="92902" y="179528"/>
                    <a:pt x="109137" y="174905"/>
                    <a:pt x="121013" y="165660"/>
                  </a:cubicBezTo>
                  <a:cubicBezTo>
                    <a:pt x="132926" y="155738"/>
                    <a:pt x="138864" y="141833"/>
                    <a:pt x="138864" y="123982"/>
                  </a:cubicBezTo>
                  <a:cubicBezTo>
                    <a:pt x="138864" y="115714"/>
                    <a:pt x="137248" y="108085"/>
                    <a:pt x="133415" y="101170"/>
                  </a:cubicBezTo>
                  <a:cubicBezTo>
                    <a:pt x="129882" y="94819"/>
                    <a:pt x="123944" y="88843"/>
                    <a:pt x="116729" y="85235"/>
                  </a:cubicBezTo>
                  <a:cubicBezTo>
                    <a:pt x="112144" y="82943"/>
                    <a:pt x="109363" y="81966"/>
                    <a:pt x="103725" y="80237"/>
                  </a:cubicBezTo>
                  <a:cubicBezTo>
                    <a:pt x="97637" y="78395"/>
                    <a:pt x="67384" y="70127"/>
                    <a:pt x="64340" y="69301"/>
                  </a:cubicBezTo>
                  <a:cubicBezTo>
                    <a:pt x="47466" y="65204"/>
                    <a:pt x="36792" y="59567"/>
                    <a:pt x="36717" y="49608"/>
                  </a:cubicBezTo>
                  <a:cubicBezTo>
                    <a:pt x="37582" y="30328"/>
                    <a:pt x="55583" y="28788"/>
                    <a:pt x="65505" y="28788"/>
                  </a:cubicBezTo>
                  <a:cubicBezTo>
                    <a:pt x="75426" y="28788"/>
                    <a:pt x="83882" y="30930"/>
                    <a:pt x="89820" y="35252"/>
                  </a:cubicBezTo>
                  <a:cubicBezTo>
                    <a:pt x="100493" y="43557"/>
                    <a:pt x="99291" y="54118"/>
                    <a:pt x="99291" y="54118"/>
                  </a:cubicBezTo>
                  <a:lnTo>
                    <a:pt x="132964" y="54118"/>
                  </a:lnTo>
                  <a:cubicBezTo>
                    <a:pt x="132287" y="37582"/>
                    <a:pt x="126350" y="24165"/>
                    <a:pt x="115113" y="13905"/>
                  </a:cubicBezTo>
                  <a:cubicBezTo>
                    <a:pt x="104214" y="4660"/>
                    <a:pt x="88655" y="0"/>
                    <a:pt x="68474" y="0"/>
                  </a:cubicBezTo>
                  <a:cubicBezTo>
                    <a:pt x="46977" y="0"/>
                    <a:pt x="30591" y="4472"/>
                    <a:pt x="19355" y="13379"/>
                  </a:cubicBezTo>
                  <a:cubicBezTo>
                    <a:pt x="8080" y="22624"/>
                    <a:pt x="2480" y="35364"/>
                    <a:pt x="2480" y="51562"/>
                  </a:cubicBezTo>
                  <a:cubicBezTo>
                    <a:pt x="2518" y="72382"/>
                    <a:pt x="12402" y="84634"/>
                    <a:pt x="21346" y="90271"/>
                  </a:cubicBezTo>
                  <a:cubicBezTo>
                    <a:pt x="26796" y="93541"/>
                    <a:pt x="39123" y="98502"/>
                    <a:pt x="55095" y="101696"/>
                  </a:cubicBezTo>
                  <a:lnTo>
                    <a:pt x="68511" y="104627"/>
                  </a:lnTo>
                  <a:cubicBezTo>
                    <a:pt x="91774" y="110302"/>
                    <a:pt x="105116" y="117480"/>
                    <a:pt x="104703" y="128980"/>
                  </a:cubicBezTo>
                  <a:cubicBezTo>
                    <a:pt x="104439" y="135933"/>
                    <a:pt x="102072" y="141232"/>
                    <a:pt x="96773" y="144877"/>
                  </a:cubicBezTo>
                  <a:cubicBezTo>
                    <a:pt x="91925" y="148185"/>
                    <a:pt x="83694" y="150327"/>
                    <a:pt x="73472" y="150327"/>
                  </a:cubicBezTo>
                  <a:cubicBezTo>
                    <a:pt x="61897" y="150327"/>
                    <a:pt x="52802" y="147997"/>
                    <a:pt x="46188" y="143374"/>
                  </a:cubicBezTo>
                  <a:cubicBezTo>
                    <a:pt x="39912" y="139390"/>
                    <a:pt x="36116" y="132475"/>
                    <a:pt x="34763" y="122516"/>
                  </a:cubicBezTo>
                  <a:lnTo>
                    <a:pt x="0" y="122516"/>
                  </a:lnTo>
                  <a:cubicBezTo>
                    <a:pt x="977" y="141382"/>
                    <a:pt x="7591" y="155588"/>
                    <a:pt x="19843" y="165171"/>
                  </a:cubicBezTo>
                </a:path>
              </a:pathLst>
            </a:custGeom>
            <a:solidFill>
              <a:schemeClr val="accent1"/>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38F03F-A55A-5880-91A8-E30BA06E7DE9}"/>
                </a:ext>
              </a:extLst>
            </p:cNvPr>
            <p:cNvSpPr/>
            <p:nvPr/>
          </p:nvSpPr>
          <p:spPr>
            <a:xfrm>
              <a:off x="894506" y="714070"/>
              <a:ext cx="290450" cy="430007"/>
            </a:xfrm>
            <a:custGeom>
              <a:avLst/>
              <a:gdLst>
                <a:gd name="connsiteX0" fmla="*/ 90722 w 125146"/>
                <a:gd name="connsiteY0" fmla="*/ 70616 h 185277"/>
                <a:gd name="connsiteX1" fmla="*/ 61822 w 125146"/>
                <a:gd name="connsiteY1" fmla="*/ 30253 h 185277"/>
                <a:gd name="connsiteX2" fmla="*/ 33899 w 125146"/>
                <a:gd name="connsiteY2" fmla="*/ 70616 h 185277"/>
                <a:gd name="connsiteX3" fmla="*/ 62799 w 125146"/>
                <a:gd name="connsiteY3" fmla="*/ 109513 h 185277"/>
                <a:gd name="connsiteX4" fmla="*/ 90722 w 125146"/>
                <a:gd name="connsiteY4" fmla="*/ 70616 h 185277"/>
                <a:gd name="connsiteX5" fmla="*/ 33899 w 125146"/>
                <a:gd name="connsiteY5" fmla="*/ 168328 h 185277"/>
                <a:gd name="connsiteX6" fmla="*/ 16949 w 125146"/>
                <a:gd name="connsiteY6" fmla="*/ 185278 h 185277"/>
                <a:gd name="connsiteX7" fmla="*/ 0 w 125146"/>
                <a:gd name="connsiteY7" fmla="*/ 185278 h 185277"/>
                <a:gd name="connsiteX8" fmla="*/ 0 w 125146"/>
                <a:gd name="connsiteY8" fmla="*/ 61145 h 185277"/>
                <a:gd name="connsiteX9" fmla="*/ 64152 w 125146"/>
                <a:gd name="connsiteY9" fmla="*/ 0 h 185277"/>
                <a:gd name="connsiteX10" fmla="*/ 110904 w 125146"/>
                <a:gd name="connsiteY10" fmla="*/ 19768 h 185277"/>
                <a:gd name="connsiteX11" fmla="*/ 125147 w 125146"/>
                <a:gd name="connsiteY11" fmla="*/ 69113 h 185277"/>
                <a:gd name="connsiteX12" fmla="*/ 110189 w 125146"/>
                <a:gd name="connsiteY12" fmla="*/ 119961 h 185277"/>
                <a:gd name="connsiteX13" fmla="*/ 71781 w 125146"/>
                <a:gd name="connsiteY13" fmla="*/ 138902 h 185277"/>
                <a:gd name="connsiteX14" fmla="*/ 33861 w 125146"/>
                <a:gd name="connsiteY14" fmla="*/ 127327 h 185277"/>
                <a:gd name="connsiteX15" fmla="*/ 33861 w 125146"/>
                <a:gd name="connsiteY15" fmla="*/ 168328 h 185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46" h="185277">
                  <a:moveTo>
                    <a:pt x="90722" y="70616"/>
                  </a:moveTo>
                  <a:cubicBezTo>
                    <a:pt x="90722" y="57650"/>
                    <a:pt x="88355" y="30253"/>
                    <a:pt x="61822" y="30253"/>
                  </a:cubicBezTo>
                  <a:cubicBezTo>
                    <a:pt x="35289" y="30253"/>
                    <a:pt x="33899" y="57011"/>
                    <a:pt x="33899" y="70616"/>
                  </a:cubicBezTo>
                  <a:cubicBezTo>
                    <a:pt x="33899" y="105116"/>
                    <a:pt x="53516" y="109513"/>
                    <a:pt x="62799" y="109513"/>
                  </a:cubicBezTo>
                  <a:cubicBezTo>
                    <a:pt x="86889" y="109513"/>
                    <a:pt x="90722" y="83957"/>
                    <a:pt x="90722" y="70616"/>
                  </a:cubicBezTo>
                  <a:moveTo>
                    <a:pt x="33899" y="168328"/>
                  </a:moveTo>
                  <a:cubicBezTo>
                    <a:pt x="33899" y="177198"/>
                    <a:pt x="26984" y="185278"/>
                    <a:pt x="16949" y="185278"/>
                  </a:cubicBezTo>
                  <a:lnTo>
                    <a:pt x="0" y="185278"/>
                  </a:lnTo>
                  <a:lnTo>
                    <a:pt x="0" y="61145"/>
                  </a:lnTo>
                  <a:cubicBezTo>
                    <a:pt x="1954" y="28111"/>
                    <a:pt x="13980" y="1804"/>
                    <a:pt x="64152" y="0"/>
                  </a:cubicBezTo>
                  <a:cubicBezTo>
                    <a:pt x="85837" y="263"/>
                    <a:pt x="101583" y="8907"/>
                    <a:pt x="110904" y="19768"/>
                  </a:cubicBezTo>
                  <a:cubicBezTo>
                    <a:pt x="120863" y="32734"/>
                    <a:pt x="125147" y="48856"/>
                    <a:pt x="125147" y="69113"/>
                  </a:cubicBezTo>
                  <a:cubicBezTo>
                    <a:pt x="125147" y="89369"/>
                    <a:pt x="120149" y="106995"/>
                    <a:pt x="110189" y="119961"/>
                  </a:cubicBezTo>
                  <a:cubicBezTo>
                    <a:pt x="100230" y="132588"/>
                    <a:pt x="87415" y="138902"/>
                    <a:pt x="71781" y="138902"/>
                  </a:cubicBezTo>
                  <a:cubicBezTo>
                    <a:pt x="48330" y="138902"/>
                    <a:pt x="36980" y="129131"/>
                    <a:pt x="33861" y="127327"/>
                  </a:cubicBezTo>
                  <a:cubicBezTo>
                    <a:pt x="33861" y="128454"/>
                    <a:pt x="33861" y="168328"/>
                    <a:pt x="33861" y="168328"/>
                  </a:cubicBezTo>
                </a:path>
              </a:pathLst>
            </a:custGeom>
            <a:solidFill>
              <a:schemeClr val="accent1"/>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BC01C27-75DC-78C6-6BF0-7173B506D3E6}"/>
                </a:ext>
              </a:extLst>
            </p:cNvPr>
            <p:cNvSpPr/>
            <p:nvPr/>
          </p:nvSpPr>
          <p:spPr>
            <a:xfrm>
              <a:off x="1203101" y="715291"/>
              <a:ext cx="282078" cy="318885"/>
            </a:xfrm>
            <a:custGeom>
              <a:avLst/>
              <a:gdLst>
                <a:gd name="connsiteX0" fmla="*/ 62047 w 121539"/>
                <a:gd name="connsiteY0" fmla="*/ 108611 h 137398"/>
                <a:gd name="connsiteX1" fmla="*/ 35590 w 121539"/>
                <a:gd name="connsiteY1" fmla="*/ 77869 h 137398"/>
                <a:gd name="connsiteX2" fmla="*/ 121539 w 121539"/>
                <a:gd name="connsiteY2" fmla="*/ 77869 h 137398"/>
                <a:gd name="connsiteX3" fmla="*/ 121539 w 121539"/>
                <a:gd name="connsiteY3" fmla="*/ 67572 h 137398"/>
                <a:gd name="connsiteX4" fmla="*/ 105680 w 121539"/>
                <a:gd name="connsiteY4" fmla="*/ 17851 h 137398"/>
                <a:gd name="connsiteX5" fmla="*/ 59529 w 121539"/>
                <a:gd name="connsiteY5" fmla="*/ 0 h 137398"/>
                <a:gd name="connsiteX6" fmla="*/ 15371 w 121539"/>
                <a:gd name="connsiteY6" fmla="*/ 18340 h 137398"/>
                <a:gd name="connsiteX7" fmla="*/ 0 w 121539"/>
                <a:gd name="connsiteY7" fmla="*/ 67948 h 137398"/>
                <a:gd name="connsiteX8" fmla="*/ 15859 w 121539"/>
                <a:gd name="connsiteY8" fmla="*/ 119059 h 137398"/>
                <a:gd name="connsiteX9" fmla="*/ 60018 w 121539"/>
                <a:gd name="connsiteY9" fmla="*/ 137399 h 137398"/>
                <a:gd name="connsiteX10" fmla="*/ 98727 w 121539"/>
                <a:gd name="connsiteY10" fmla="*/ 125974 h 137398"/>
                <a:gd name="connsiteX11" fmla="*/ 119622 w 121539"/>
                <a:gd name="connsiteY11" fmla="*/ 94180 h 137398"/>
                <a:gd name="connsiteX12" fmla="*/ 89745 w 121539"/>
                <a:gd name="connsiteY12" fmla="*/ 94180 h 137398"/>
                <a:gd name="connsiteX13" fmla="*/ 62047 w 121539"/>
                <a:gd name="connsiteY13" fmla="*/ 108611 h 137398"/>
                <a:gd name="connsiteX14" fmla="*/ 60582 w 121539"/>
                <a:gd name="connsiteY14" fmla="*/ 28712 h 137398"/>
                <a:gd name="connsiteX15" fmla="*/ 85874 w 121539"/>
                <a:gd name="connsiteY15" fmla="*/ 55508 h 137398"/>
                <a:gd name="connsiteX16" fmla="*/ 35289 w 121539"/>
                <a:gd name="connsiteY16" fmla="*/ 55508 h 137398"/>
                <a:gd name="connsiteX17" fmla="*/ 60582 w 121539"/>
                <a:gd name="connsiteY17" fmla="*/ 28712 h 13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539" h="137398">
                  <a:moveTo>
                    <a:pt x="62047" y="108611"/>
                  </a:moveTo>
                  <a:cubicBezTo>
                    <a:pt x="53441" y="108160"/>
                    <a:pt x="37093" y="106506"/>
                    <a:pt x="35590" y="77869"/>
                  </a:cubicBezTo>
                  <a:lnTo>
                    <a:pt x="121539" y="77869"/>
                  </a:lnTo>
                  <a:cubicBezTo>
                    <a:pt x="121539" y="77005"/>
                    <a:pt x="121539" y="67572"/>
                    <a:pt x="121539" y="67572"/>
                  </a:cubicBezTo>
                  <a:cubicBezTo>
                    <a:pt x="120938" y="46000"/>
                    <a:pt x="115789" y="29915"/>
                    <a:pt x="105680" y="17851"/>
                  </a:cubicBezTo>
                  <a:cubicBezTo>
                    <a:pt x="94781" y="5938"/>
                    <a:pt x="79372" y="0"/>
                    <a:pt x="59529" y="0"/>
                  </a:cubicBezTo>
                  <a:cubicBezTo>
                    <a:pt x="39686" y="0"/>
                    <a:pt x="25969" y="6126"/>
                    <a:pt x="15371" y="18340"/>
                  </a:cubicBezTo>
                  <a:cubicBezTo>
                    <a:pt x="5111" y="30253"/>
                    <a:pt x="0" y="46789"/>
                    <a:pt x="0" y="67948"/>
                  </a:cubicBezTo>
                  <a:cubicBezTo>
                    <a:pt x="0" y="89106"/>
                    <a:pt x="5299" y="107145"/>
                    <a:pt x="15859" y="119059"/>
                  </a:cubicBezTo>
                  <a:cubicBezTo>
                    <a:pt x="26420" y="131310"/>
                    <a:pt x="41152" y="137399"/>
                    <a:pt x="60018" y="137399"/>
                  </a:cubicBezTo>
                  <a:cubicBezTo>
                    <a:pt x="75577" y="137399"/>
                    <a:pt x="88467" y="133603"/>
                    <a:pt x="98727" y="125974"/>
                  </a:cubicBezTo>
                  <a:cubicBezTo>
                    <a:pt x="108987" y="118683"/>
                    <a:pt x="115977" y="108085"/>
                    <a:pt x="119622" y="94180"/>
                  </a:cubicBezTo>
                  <a:lnTo>
                    <a:pt x="89745" y="94180"/>
                  </a:lnTo>
                  <a:cubicBezTo>
                    <a:pt x="85348" y="106657"/>
                    <a:pt x="74111" y="109212"/>
                    <a:pt x="62047" y="108611"/>
                  </a:cubicBezTo>
                  <a:moveTo>
                    <a:pt x="60582" y="28712"/>
                  </a:moveTo>
                  <a:cubicBezTo>
                    <a:pt x="81890" y="28412"/>
                    <a:pt x="85198" y="46564"/>
                    <a:pt x="85874" y="55508"/>
                  </a:cubicBezTo>
                  <a:lnTo>
                    <a:pt x="35289" y="55508"/>
                  </a:lnTo>
                  <a:cubicBezTo>
                    <a:pt x="35289" y="55508"/>
                    <a:pt x="34876" y="29201"/>
                    <a:pt x="60582" y="28712"/>
                  </a:cubicBezTo>
                </a:path>
              </a:pathLst>
            </a:custGeom>
            <a:solidFill>
              <a:schemeClr val="accent1"/>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9F91D4E-6CD4-52DF-6850-53554FFD300A}"/>
                </a:ext>
              </a:extLst>
            </p:cNvPr>
            <p:cNvSpPr/>
            <p:nvPr/>
          </p:nvSpPr>
          <p:spPr>
            <a:xfrm>
              <a:off x="1503672" y="715181"/>
              <a:ext cx="277281" cy="318909"/>
            </a:xfrm>
            <a:custGeom>
              <a:avLst/>
              <a:gdLst>
                <a:gd name="connsiteX0" fmla="*/ 86851 w 119472"/>
                <a:gd name="connsiteY0" fmla="*/ 94264 h 137408"/>
                <a:gd name="connsiteX1" fmla="*/ 119472 w 119472"/>
                <a:gd name="connsiteY1" fmla="*/ 94264 h 137408"/>
                <a:gd name="connsiteX2" fmla="*/ 61371 w 119472"/>
                <a:gd name="connsiteY2" fmla="*/ 137408 h 137408"/>
                <a:gd name="connsiteX3" fmla="*/ 0 w 119472"/>
                <a:gd name="connsiteY3" fmla="*/ 71903 h 137408"/>
                <a:gd name="connsiteX4" fmla="*/ 59454 w 119472"/>
                <a:gd name="connsiteY4" fmla="*/ 10 h 137408"/>
                <a:gd name="connsiteX5" fmla="*/ 118495 w 119472"/>
                <a:gd name="connsiteY5" fmla="*/ 43153 h 137408"/>
                <a:gd name="connsiteX6" fmla="*/ 83770 w 119472"/>
                <a:gd name="connsiteY6" fmla="*/ 43153 h 137408"/>
                <a:gd name="connsiteX7" fmla="*/ 59717 w 119472"/>
                <a:gd name="connsiteY7" fmla="*/ 28760 h 137408"/>
                <a:gd name="connsiteX8" fmla="*/ 33636 w 119472"/>
                <a:gd name="connsiteY8" fmla="*/ 67093 h 137408"/>
                <a:gd name="connsiteX9" fmla="*/ 61183 w 119472"/>
                <a:gd name="connsiteY9" fmla="*/ 108621 h 137408"/>
                <a:gd name="connsiteX10" fmla="*/ 86851 w 119472"/>
                <a:gd name="connsiteY10" fmla="*/ 94227 h 13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472" h="137408">
                  <a:moveTo>
                    <a:pt x="86851" y="94264"/>
                  </a:moveTo>
                  <a:lnTo>
                    <a:pt x="119472" y="94264"/>
                  </a:lnTo>
                  <a:cubicBezTo>
                    <a:pt x="119472" y="94264"/>
                    <a:pt x="110603" y="137408"/>
                    <a:pt x="61371" y="137408"/>
                  </a:cubicBezTo>
                  <a:cubicBezTo>
                    <a:pt x="12139" y="137408"/>
                    <a:pt x="0" y="97872"/>
                    <a:pt x="0" y="71903"/>
                  </a:cubicBezTo>
                  <a:cubicBezTo>
                    <a:pt x="0" y="45934"/>
                    <a:pt x="4623" y="1550"/>
                    <a:pt x="59454" y="10"/>
                  </a:cubicBezTo>
                  <a:cubicBezTo>
                    <a:pt x="110152" y="-742"/>
                    <a:pt x="118495" y="43153"/>
                    <a:pt x="118495" y="43153"/>
                  </a:cubicBezTo>
                  <a:lnTo>
                    <a:pt x="83770" y="43153"/>
                  </a:lnTo>
                  <a:cubicBezTo>
                    <a:pt x="83770" y="43153"/>
                    <a:pt x="80387" y="28309"/>
                    <a:pt x="59717" y="28760"/>
                  </a:cubicBezTo>
                  <a:cubicBezTo>
                    <a:pt x="39047" y="29211"/>
                    <a:pt x="33636" y="48640"/>
                    <a:pt x="33636" y="67093"/>
                  </a:cubicBezTo>
                  <a:cubicBezTo>
                    <a:pt x="33636" y="85545"/>
                    <a:pt x="38221" y="108621"/>
                    <a:pt x="61183" y="108621"/>
                  </a:cubicBezTo>
                  <a:cubicBezTo>
                    <a:pt x="83018" y="109297"/>
                    <a:pt x="84935" y="97496"/>
                    <a:pt x="86851" y="94227"/>
                  </a:cubicBezTo>
                </a:path>
              </a:pathLst>
            </a:custGeom>
            <a:solidFill>
              <a:schemeClr val="accent1"/>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5AB1AA0-DCA6-E0E2-C2AC-071DAC84B3F3}"/>
                </a:ext>
              </a:extLst>
            </p:cNvPr>
            <p:cNvSpPr/>
            <p:nvPr/>
          </p:nvSpPr>
          <p:spPr>
            <a:xfrm>
              <a:off x="1799181" y="632254"/>
              <a:ext cx="126734" cy="394943"/>
            </a:xfrm>
            <a:custGeom>
              <a:avLst/>
              <a:gdLst>
                <a:gd name="connsiteX0" fmla="*/ 34199 w 54606"/>
                <a:gd name="connsiteY0" fmla="*/ 73961 h 170169"/>
                <a:gd name="connsiteX1" fmla="*/ 54606 w 54606"/>
                <a:gd name="connsiteY1" fmla="*/ 73961 h 170169"/>
                <a:gd name="connsiteX2" fmla="*/ 54606 w 54606"/>
                <a:gd name="connsiteY2" fmla="*/ 39198 h 170169"/>
                <a:gd name="connsiteX3" fmla="*/ 34237 w 54606"/>
                <a:gd name="connsiteY3" fmla="*/ 39198 h 170169"/>
                <a:gd name="connsiteX4" fmla="*/ 34237 w 54606"/>
                <a:gd name="connsiteY4" fmla="*/ 16874 h 170169"/>
                <a:gd name="connsiteX5" fmla="*/ 17851 w 54606"/>
                <a:gd name="connsiteY5" fmla="*/ 0 h 170169"/>
                <a:gd name="connsiteX6" fmla="*/ 0 w 54606"/>
                <a:gd name="connsiteY6" fmla="*/ 0 h 170169"/>
                <a:gd name="connsiteX7" fmla="*/ 0 w 54606"/>
                <a:gd name="connsiteY7" fmla="*/ 145854 h 170169"/>
                <a:gd name="connsiteX8" fmla="*/ 18678 w 54606"/>
                <a:gd name="connsiteY8" fmla="*/ 170170 h 170169"/>
                <a:gd name="connsiteX9" fmla="*/ 34199 w 54606"/>
                <a:gd name="connsiteY9" fmla="*/ 170170 h 170169"/>
                <a:gd name="connsiteX10" fmla="*/ 34199 w 54606"/>
                <a:gd name="connsiteY10" fmla="*/ 73961 h 17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06" h="170169">
                  <a:moveTo>
                    <a:pt x="34199" y="73961"/>
                  </a:moveTo>
                  <a:lnTo>
                    <a:pt x="54606" y="73961"/>
                  </a:lnTo>
                  <a:lnTo>
                    <a:pt x="54606" y="39198"/>
                  </a:lnTo>
                  <a:lnTo>
                    <a:pt x="34237" y="39198"/>
                  </a:lnTo>
                  <a:lnTo>
                    <a:pt x="34237" y="16874"/>
                  </a:lnTo>
                  <a:cubicBezTo>
                    <a:pt x="34237" y="10748"/>
                    <a:pt x="30817" y="0"/>
                    <a:pt x="17851" y="0"/>
                  </a:cubicBezTo>
                  <a:lnTo>
                    <a:pt x="0" y="0"/>
                  </a:lnTo>
                  <a:lnTo>
                    <a:pt x="0" y="145854"/>
                  </a:lnTo>
                  <a:cubicBezTo>
                    <a:pt x="0" y="161075"/>
                    <a:pt x="5900" y="170170"/>
                    <a:pt x="18678" y="170170"/>
                  </a:cubicBezTo>
                  <a:cubicBezTo>
                    <a:pt x="18828" y="170170"/>
                    <a:pt x="33673" y="170170"/>
                    <a:pt x="34199" y="170170"/>
                  </a:cubicBezTo>
                  <a:lnTo>
                    <a:pt x="34199" y="73961"/>
                  </a:lnTo>
                  <a:close/>
                </a:path>
              </a:pathLst>
            </a:custGeom>
            <a:solidFill>
              <a:schemeClr val="accent1"/>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D73B6F46-3F4A-0009-73AA-13928FA1CBE7}"/>
                </a:ext>
              </a:extLst>
            </p:cNvPr>
            <p:cNvSpPr/>
            <p:nvPr/>
          </p:nvSpPr>
          <p:spPr>
            <a:xfrm>
              <a:off x="1929755" y="721534"/>
              <a:ext cx="172700" cy="306362"/>
            </a:xfrm>
            <a:custGeom>
              <a:avLst/>
              <a:gdLst>
                <a:gd name="connsiteX0" fmla="*/ 34688 w 74411"/>
                <a:gd name="connsiteY0" fmla="*/ 131965 h 132002"/>
                <a:gd name="connsiteX1" fmla="*/ 34688 w 74411"/>
                <a:gd name="connsiteY1" fmla="*/ 64017 h 132002"/>
                <a:gd name="connsiteX2" fmla="*/ 41640 w 74411"/>
                <a:gd name="connsiteY2" fmla="*/ 42182 h 132002"/>
                <a:gd name="connsiteX3" fmla="*/ 62987 w 74411"/>
                <a:gd name="connsiteY3" fmla="*/ 35230 h 132002"/>
                <a:gd name="connsiteX4" fmla="*/ 74412 w 74411"/>
                <a:gd name="connsiteY4" fmla="*/ 35230 h 132002"/>
                <a:gd name="connsiteX5" fmla="*/ 74412 w 74411"/>
                <a:gd name="connsiteY5" fmla="*/ 16 h 132002"/>
                <a:gd name="connsiteX6" fmla="*/ 43407 w 74411"/>
                <a:gd name="connsiteY6" fmla="*/ 3511 h 132002"/>
                <a:gd name="connsiteX7" fmla="*/ 21346 w 74411"/>
                <a:gd name="connsiteY7" fmla="*/ 14409 h 132002"/>
                <a:gd name="connsiteX8" fmla="*/ 5712 w 74411"/>
                <a:gd name="connsiteY8" fmla="*/ 35493 h 132002"/>
                <a:gd name="connsiteX9" fmla="*/ 0 w 74411"/>
                <a:gd name="connsiteY9" fmla="*/ 68001 h 132002"/>
                <a:gd name="connsiteX10" fmla="*/ 0 w 74411"/>
                <a:gd name="connsiteY10" fmla="*/ 132002 h 132002"/>
                <a:gd name="connsiteX11" fmla="*/ 34725 w 74411"/>
                <a:gd name="connsiteY11" fmla="*/ 132002 h 13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411" h="132002">
                  <a:moveTo>
                    <a:pt x="34688" y="131965"/>
                  </a:moveTo>
                  <a:lnTo>
                    <a:pt x="34688" y="64017"/>
                  </a:lnTo>
                  <a:cubicBezTo>
                    <a:pt x="34688" y="54096"/>
                    <a:pt x="36980" y="46842"/>
                    <a:pt x="41640" y="42182"/>
                  </a:cubicBezTo>
                  <a:cubicBezTo>
                    <a:pt x="46263" y="37560"/>
                    <a:pt x="53366" y="35230"/>
                    <a:pt x="62987" y="35230"/>
                  </a:cubicBezTo>
                  <a:lnTo>
                    <a:pt x="74412" y="35230"/>
                  </a:lnTo>
                  <a:lnTo>
                    <a:pt x="74412" y="16"/>
                  </a:lnTo>
                  <a:cubicBezTo>
                    <a:pt x="74412" y="16"/>
                    <a:pt x="56448" y="-435"/>
                    <a:pt x="43407" y="3511"/>
                  </a:cubicBezTo>
                  <a:cubicBezTo>
                    <a:pt x="35026" y="6029"/>
                    <a:pt x="27623" y="9449"/>
                    <a:pt x="21346" y="14409"/>
                  </a:cubicBezTo>
                  <a:cubicBezTo>
                    <a:pt x="14732" y="19708"/>
                    <a:pt x="9508" y="26736"/>
                    <a:pt x="5712" y="35493"/>
                  </a:cubicBezTo>
                  <a:cubicBezTo>
                    <a:pt x="1917" y="44249"/>
                    <a:pt x="0" y="55073"/>
                    <a:pt x="0" y="68001"/>
                  </a:cubicBezTo>
                  <a:lnTo>
                    <a:pt x="0" y="132002"/>
                  </a:lnTo>
                  <a:lnTo>
                    <a:pt x="34725" y="132002"/>
                  </a:lnTo>
                  <a:close/>
                </a:path>
              </a:pathLst>
            </a:custGeom>
            <a:solidFill>
              <a:schemeClr val="accent1"/>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5875E8CE-E3B0-AE1E-DC30-A447F83503DA}"/>
                </a:ext>
              </a:extLst>
            </p:cNvPr>
            <p:cNvSpPr/>
            <p:nvPr/>
          </p:nvSpPr>
          <p:spPr>
            <a:xfrm>
              <a:off x="2125134" y="722007"/>
              <a:ext cx="267102" cy="311649"/>
            </a:xfrm>
            <a:custGeom>
              <a:avLst/>
              <a:gdLst>
                <a:gd name="connsiteX0" fmla="*/ 0 w 115086"/>
                <a:gd name="connsiteY0" fmla="*/ 0 h 134280"/>
                <a:gd name="connsiteX1" fmla="*/ 34725 w 115086"/>
                <a:gd name="connsiteY1" fmla="*/ 0 h 134280"/>
                <a:gd name="connsiteX2" fmla="*/ 34725 w 115086"/>
                <a:gd name="connsiteY2" fmla="*/ 84333 h 134280"/>
                <a:gd name="connsiteX3" fmla="*/ 57538 w 115086"/>
                <a:gd name="connsiteY3" fmla="*/ 107145 h 134280"/>
                <a:gd name="connsiteX4" fmla="*/ 80838 w 115086"/>
                <a:gd name="connsiteY4" fmla="*/ 85310 h 134280"/>
                <a:gd name="connsiteX5" fmla="*/ 80838 w 115086"/>
                <a:gd name="connsiteY5" fmla="*/ 16386 h 134280"/>
                <a:gd name="connsiteX6" fmla="*/ 97073 w 115086"/>
                <a:gd name="connsiteY6" fmla="*/ 38 h 134280"/>
                <a:gd name="connsiteX7" fmla="*/ 115075 w 115086"/>
                <a:gd name="connsiteY7" fmla="*/ 38 h 134280"/>
                <a:gd name="connsiteX8" fmla="*/ 115075 w 115086"/>
                <a:gd name="connsiteY8" fmla="*/ 78358 h 134280"/>
                <a:gd name="connsiteX9" fmla="*/ 57538 w 115086"/>
                <a:gd name="connsiteY9" fmla="*/ 134279 h 134280"/>
                <a:gd name="connsiteX10" fmla="*/ 0 w 115086"/>
                <a:gd name="connsiteY10" fmla="*/ 78696 h 134280"/>
                <a:gd name="connsiteX11" fmla="*/ 0 w 115086"/>
                <a:gd name="connsiteY11" fmla="*/ 0 h 13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086" h="134280">
                  <a:moveTo>
                    <a:pt x="0" y="0"/>
                  </a:moveTo>
                  <a:lnTo>
                    <a:pt x="34725" y="0"/>
                  </a:lnTo>
                  <a:lnTo>
                    <a:pt x="34725" y="84333"/>
                  </a:lnTo>
                  <a:cubicBezTo>
                    <a:pt x="34725" y="84333"/>
                    <a:pt x="33485" y="107145"/>
                    <a:pt x="57538" y="107145"/>
                  </a:cubicBezTo>
                  <a:cubicBezTo>
                    <a:pt x="80237" y="107145"/>
                    <a:pt x="80801" y="86738"/>
                    <a:pt x="80838" y="85310"/>
                  </a:cubicBezTo>
                  <a:lnTo>
                    <a:pt x="80838" y="16386"/>
                  </a:lnTo>
                  <a:cubicBezTo>
                    <a:pt x="80838" y="16386"/>
                    <a:pt x="82003" y="38"/>
                    <a:pt x="97073" y="38"/>
                  </a:cubicBezTo>
                  <a:lnTo>
                    <a:pt x="115075" y="38"/>
                  </a:lnTo>
                  <a:cubicBezTo>
                    <a:pt x="115075" y="38"/>
                    <a:pt x="115075" y="77606"/>
                    <a:pt x="115075" y="78358"/>
                  </a:cubicBezTo>
                  <a:cubicBezTo>
                    <a:pt x="114850" y="82642"/>
                    <a:pt x="119622" y="134505"/>
                    <a:pt x="57538" y="134279"/>
                  </a:cubicBezTo>
                  <a:cubicBezTo>
                    <a:pt x="-3984" y="134279"/>
                    <a:pt x="376" y="81815"/>
                    <a:pt x="0" y="78696"/>
                  </a:cubicBezTo>
                  <a:lnTo>
                    <a:pt x="0" y="0"/>
                  </a:lnTo>
                  <a:close/>
                </a:path>
              </a:pathLst>
            </a:custGeom>
            <a:solidFill>
              <a:schemeClr val="accent1"/>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29251505-6E5A-9CAE-F7AB-E05D5E1F7992}"/>
                </a:ext>
              </a:extLst>
            </p:cNvPr>
            <p:cNvSpPr/>
            <p:nvPr/>
          </p:nvSpPr>
          <p:spPr>
            <a:xfrm>
              <a:off x="2414802" y="714065"/>
              <a:ext cx="462279" cy="314703"/>
            </a:xfrm>
            <a:custGeom>
              <a:avLst/>
              <a:gdLst>
                <a:gd name="connsiteX0" fmla="*/ 115676 w 199182"/>
                <a:gd name="connsiteY0" fmla="*/ 135597 h 135596"/>
                <a:gd name="connsiteX1" fmla="*/ 81289 w 199182"/>
                <a:gd name="connsiteY1" fmla="*/ 135597 h 135596"/>
                <a:gd name="connsiteX2" fmla="*/ 81289 w 199182"/>
                <a:gd name="connsiteY2" fmla="*/ 50850 h 135596"/>
                <a:gd name="connsiteX3" fmla="*/ 57838 w 199182"/>
                <a:gd name="connsiteY3" fmla="*/ 27925 h 135596"/>
                <a:gd name="connsiteX4" fmla="*/ 34913 w 199182"/>
                <a:gd name="connsiteY4" fmla="*/ 50850 h 135596"/>
                <a:gd name="connsiteX5" fmla="*/ 34913 w 199182"/>
                <a:gd name="connsiteY5" fmla="*/ 135597 h 135596"/>
                <a:gd name="connsiteX6" fmla="*/ 0 w 199182"/>
                <a:gd name="connsiteY6" fmla="*/ 135597 h 135596"/>
                <a:gd name="connsiteX7" fmla="*/ 0 w 199182"/>
                <a:gd name="connsiteY7" fmla="*/ 57840 h 135596"/>
                <a:gd name="connsiteX8" fmla="*/ 17701 w 199182"/>
                <a:gd name="connsiteY8" fmla="*/ 12479 h 135596"/>
                <a:gd name="connsiteX9" fmla="*/ 56824 w 199182"/>
                <a:gd name="connsiteY9" fmla="*/ 2 h 135596"/>
                <a:gd name="connsiteX10" fmla="*/ 79260 w 199182"/>
                <a:gd name="connsiteY10" fmla="*/ 2482 h 135596"/>
                <a:gd name="connsiteX11" fmla="*/ 99216 w 199182"/>
                <a:gd name="connsiteY11" fmla="*/ 12441 h 135596"/>
                <a:gd name="connsiteX12" fmla="*/ 116917 w 199182"/>
                <a:gd name="connsiteY12" fmla="*/ 3234 h 135596"/>
                <a:gd name="connsiteX13" fmla="*/ 138113 w 199182"/>
                <a:gd name="connsiteY13" fmla="*/ 2 h 135596"/>
                <a:gd name="connsiteX14" fmla="*/ 199183 w 199182"/>
                <a:gd name="connsiteY14" fmla="*/ 25520 h 135596"/>
                <a:gd name="connsiteX15" fmla="*/ 199183 w 199182"/>
                <a:gd name="connsiteY15" fmla="*/ 135597 h 135596"/>
                <a:gd name="connsiteX16" fmla="*/ 179490 w 199182"/>
                <a:gd name="connsiteY16" fmla="*/ 135597 h 135596"/>
                <a:gd name="connsiteX17" fmla="*/ 162541 w 199182"/>
                <a:gd name="connsiteY17" fmla="*/ 118647 h 135596"/>
                <a:gd name="connsiteX18" fmla="*/ 162541 w 199182"/>
                <a:gd name="connsiteY18" fmla="*/ 50850 h 135596"/>
                <a:gd name="connsiteX19" fmla="*/ 139090 w 199182"/>
                <a:gd name="connsiteY19" fmla="*/ 27925 h 135596"/>
                <a:gd name="connsiteX20" fmla="*/ 115676 w 199182"/>
                <a:gd name="connsiteY20" fmla="*/ 50850 h 135596"/>
                <a:gd name="connsiteX21" fmla="*/ 115676 w 199182"/>
                <a:gd name="connsiteY21" fmla="*/ 135597 h 13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9182" h="135596">
                  <a:moveTo>
                    <a:pt x="115676" y="135597"/>
                  </a:moveTo>
                  <a:lnTo>
                    <a:pt x="81289" y="135597"/>
                  </a:lnTo>
                  <a:lnTo>
                    <a:pt x="81289" y="50850"/>
                  </a:lnTo>
                  <a:cubicBezTo>
                    <a:pt x="81289" y="41079"/>
                    <a:pt x="77268" y="27925"/>
                    <a:pt x="57838" y="27925"/>
                  </a:cubicBezTo>
                  <a:cubicBezTo>
                    <a:pt x="38408" y="27925"/>
                    <a:pt x="34913" y="42883"/>
                    <a:pt x="34913" y="50850"/>
                  </a:cubicBezTo>
                  <a:lnTo>
                    <a:pt x="34913" y="135597"/>
                  </a:lnTo>
                  <a:lnTo>
                    <a:pt x="0" y="135597"/>
                  </a:lnTo>
                  <a:lnTo>
                    <a:pt x="0" y="57840"/>
                  </a:lnTo>
                  <a:cubicBezTo>
                    <a:pt x="0" y="35254"/>
                    <a:pt x="6690" y="21423"/>
                    <a:pt x="17701" y="12479"/>
                  </a:cubicBezTo>
                  <a:cubicBezTo>
                    <a:pt x="28600" y="3610"/>
                    <a:pt x="42542" y="678"/>
                    <a:pt x="56824" y="2"/>
                  </a:cubicBezTo>
                  <a:cubicBezTo>
                    <a:pt x="64453" y="2"/>
                    <a:pt x="71931" y="829"/>
                    <a:pt x="79260" y="2482"/>
                  </a:cubicBezTo>
                  <a:cubicBezTo>
                    <a:pt x="86551" y="4136"/>
                    <a:pt x="93203" y="7481"/>
                    <a:pt x="99216" y="12441"/>
                  </a:cubicBezTo>
                  <a:cubicBezTo>
                    <a:pt x="104214" y="8120"/>
                    <a:pt x="110077" y="5038"/>
                    <a:pt x="116917" y="3234"/>
                  </a:cubicBezTo>
                  <a:cubicBezTo>
                    <a:pt x="123719" y="1392"/>
                    <a:pt x="130784" y="40"/>
                    <a:pt x="138113" y="2"/>
                  </a:cubicBezTo>
                  <a:cubicBezTo>
                    <a:pt x="180693" y="-224"/>
                    <a:pt x="197755" y="19281"/>
                    <a:pt x="199183" y="25520"/>
                  </a:cubicBezTo>
                  <a:cubicBezTo>
                    <a:pt x="199183" y="25595"/>
                    <a:pt x="199183" y="135597"/>
                    <a:pt x="199183" y="135597"/>
                  </a:cubicBezTo>
                  <a:lnTo>
                    <a:pt x="179490" y="135597"/>
                  </a:lnTo>
                  <a:cubicBezTo>
                    <a:pt x="174492" y="135597"/>
                    <a:pt x="162541" y="132214"/>
                    <a:pt x="162541" y="118647"/>
                  </a:cubicBezTo>
                  <a:lnTo>
                    <a:pt x="162541" y="50850"/>
                  </a:lnTo>
                  <a:cubicBezTo>
                    <a:pt x="162616" y="41229"/>
                    <a:pt x="159271" y="27925"/>
                    <a:pt x="139090" y="27925"/>
                  </a:cubicBezTo>
                  <a:cubicBezTo>
                    <a:pt x="118908" y="27925"/>
                    <a:pt x="115676" y="42883"/>
                    <a:pt x="115676" y="50850"/>
                  </a:cubicBezTo>
                  <a:lnTo>
                    <a:pt x="115676" y="135597"/>
                  </a:lnTo>
                  <a:close/>
                </a:path>
              </a:pathLst>
            </a:custGeom>
            <a:solidFill>
              <a:schemeClr val="accent1"/>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E1090627-A068-83FC-B3E9-0FCA9315EA1A}"/>
                </a:ext>
              </a:extLst>
            </p:cNvPr>
            <p:cNvSpPr/>
            <p:nvPr/>
          </p:nvSpPr>
          <p:spPr>
            <a:xfrm>
              <a:off x="2899498" y="773120"/>
              <a:ext cx="168165" cy="255300"/>
            </a:xfrm>
            <a:custGeom>
              <a:avLst/>
              <a:gdLst>
                <a:gd name="connsiteX0" fmla="*/ 0 w 72457"/>
                <a:gd name="connsiteY0" fmla="*/ 0 h 110001"/>
                <a:gd name="connsiteX1" fmla="*/ 0 w 72457"/>
                <a:gd name="connsiteY1" fmla="*/ 110002 h 110001"/>
                <a:gd name="connsiteX2" fmla="*/ 72457 w 72457"/>
                <a:gd name="connsiteY2" fmla="*/ 55020 h 110001"/>
                <a:gd name="connsiteX3" fmla="*/ 0 w 72457"/>
                <a:gd name="connsiteY3" fmla="*/ 0 h 110001"/>
              </a:gdLst>
              <a:ahLst/>
              <a:cxnLst>
                <a:cxn ang="0">
                  <a:pos x="connsiteX0" y="connsiteY0"/>
                </a:cxn>
                <a:cxn ang="0">
                  <a:pos x="connsiteX1" y="connsiteY1"/>
                </a:cxn>
                <a:cxn ang="0">
                  <a:pos x="connsiteX2" y="connsiteY2"/>
                </a:cxn>
                <a:cxn ang="0">
                  <a:pos x="connsiteX3" y="connsiteY3"/>
                </a:cxn>
              </a:cxnLst>
              <a:rect l="l" t="t" r="r" b="b"/>
              <a:pathLst>
                <a:path w="72457" h="110001">
                  <a:moveTo>
                    <a:pt x="0" y="0"/>
                  </a:moveTo>
                  <a:lnTo>
                    <a:pt x="0" y="110002"/>
                  </a:lnTo>
                  <a:lnTo>
                    <a:pt x="72457" y="55020"/>
                  </a:lnTo>
                  <a:lnTo>
                    <a:pt x="0" y="0"/>
                  </a:lnTo>
                  <a:close/>
                </a:path>
              </a:pathLst>
            </a:custGeom>
            <a:solidFill>
              <a:srgbClr val="0271EB"/>
            </a:solidFill>
            <a:ln w="3737" cap="flat">
              <a:noFill/>
              <a:prstDash val="solid"/>
              <a:miter/>
            </a:ln>
          </p:spPr>
          <p:txBody>
            <a:bodyPr rtlCol="0" anchor="ctr"/>
            <a:lstStyle/>
            <a:p>
              <a:pPr lvl="0"/>
              <a:endParaRPr lang="en-US"/>
            </a:p>
          </p:txBody>
        </p:sp>
      </p:grpSp>
      <p:grpSp>
        <p:nvGrpSpPr>
          <p:cNvPr id="8" name="Group 7">
            <a:extLst>
              <a:ext uri="{FF2B5EF4-FFF2-40B4-BE49-F238E27FC236}">
                <a16:creationId xmlns:a16="http://schemas.microsoft.com/office/drawing/2014/main" id="{C75EAE91-A830-56E4-D095-B3A54ECB32B4}"/>
              </a:ext>
            </a:extLst>
          </p:cNvPr>
          <p:cNvGrpSpPr/>
          <p:nvPr userDrawn="1"/>
        </p:nvGrpSpPr>
        <p:grpSpPr>
          <a:xfrm>
            <a:off x="2731821" y="0"/>
            <a:ext cx="6412179" cy="6858000"/>
            <a:chOff x="5779821" y="0"/>
            <a:chExt cx="6412179" cy="6858000"/>
          </a:xfrm>
        </p:grpSpPr>
        <p:sp>
          <p:nvSpPr>
            <p:cNvPr id="6" name="Freeform 5">
              <a:extLst>
                <a:ext uri="{FF2B5EF4-FFF2-40B4-BE49-F238E27FC236}">
                  <a16:creationId xmlns:a16="http://schemas.microsoft.com/office/drawing/2014/main" id="{715F666B-9025-F3EA-6398-A3ECA65825EF}"/>
                </a:ext>
              </a:extLst>
            </p:cNvPr>
            <p:cNvSpPr/>
            <p:nvPr userDrawn="1"/>
          </p:nvSpPr>
          <p:spPr>
            <a:xfrm>
              <a:off x="5888758"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4000">
                  <a:schemeClr val="accent6"/>
                </a:gs>
                <a:gs pos="98000">
                  <a:schemeClr val="accent5"/>
                </a:gs>
              </a:gsLst>
              <a:lin ang="0" scaled="0"/>
            </a:gradFill>
            <a:ln w="12700">
              <a:noFill/>
            </a:ln>
          </p:spPr>
          <p:txBody>
            <a:bodyPr vert="horz" wrap="square" lIns="182880" tIns="182880" rIns="182880" bIns="0" rtlCol="0" anchor="ctr">
              <a:noAutofit/>
            </a:bodyPr>
            <a:lstStyle/>
            <a:p>
              <a:pPr algn="l">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sp>
          <p:nvSpPr>
            <p:cNvPr id="7" name="Freeform 6">
              <a:extLst>
                <a:ext uri="{FF2B5EF4-FFF2-40B4-BE49-F238E27FC236}">
                  <a16:creationId xmlns:a16="http://schemas.microsoft.com/office/drawing/2014/main" id="{23A6D5D9-0AD6-E4F6-E91C-752D01474AE7}"/>
                </a:ext>
              </a:extLst>
            </p:cNvPr>
            <p:cNvSpPr/>
            <p:nvPr userDrawn="1"/>
          </p:nvSpPr>
          <p:spPr>
            <a:xfrm>
              <a:off x="5779821" y="0"/>
              <a:ext cx="6303242" cy="6858000"/>
            </a:xfrm>
            <a:custGeom>
              <a:avLst/>
              <a:gdLst>
                <a:gd name="connsiteX0" fmla="*/ 0 w 6303242"/>
                <a:gd name="connsiteY0" fmla="*/ 0 h 6858000"/>
                <a:gd name="connsiteX1" fmla="*/ 28250 w 6303242"/>
                <a:gd name="connsiteY1" fmla="*/ 0 h 6858000"/>
                <a:gd name="connsiteX2" fmla="*/ 6303242 w 6303242"/>
                <a:gd name="connsiteY2" fmla="*/ 4764839 h 6858000"/>
                <a:gd name="connsiteX3" fmla="*/ 6303242 w 6303242"/>
                <a:gd name="connsiteY3" fmla="*/ 4764856 h 6858000"/>
                <a:gd name="connsiteX4" fmla="*/ 3544813 w 6303242"/>
                <a:gd name="connsiteY4" fmla="*/ 6858000 h 6858000"/>
                <a:gd name="connsiteX5" fmla="*/ 3516563 w 6303242"/>
                <a:gd name="connsiteY5" fmla="*/ 6858000 h 6858000"/>
                <a:gd name="connsiteX6" fmla="*/ 6274992 w 6303242"/>
                <a:gd name="connsiteY6" fmla="*/ 4764856 h 6858000"/>
                <a:gd name="connsiteX7" fmla="*/ 6274992 w 6303242"/>
                <a:gd name="connsiteY7" fmla="*/ 47648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3242" h="6858000">
                  <a:moveTo>
                    <a:pt x="0" y="0"/>
                  </a:moveTo>
                  <a:lnTo>
                    <a:pt x="28250" y="0"/>
                  </a:lnTo>
                  <a:lnTo>
                    <a:pt x="6303242" y="4764839"/>
                  </a:lnTo>
                  <a:lnTo>
                    <a:pt x="6303242" y="4764856"/>
                  </a:lnTo>
                  <a:lnTo>
                    <a:pt x="3544813" y="6858000"/>
                  </a:lnTo>
                  <a:lnTo>
                    <a:pt x="3516563" y="6858000"/>
                  </a:lnTo>
                  <a:lnTo>
                    <a:pt x="6274992" y="4764856"/>
                  </a:lnTo>
                  <a:lnTo>
                    <a:pt x="6274992" y="4764839"/>
                  </a:lnTo>
                  <a:close/>
                </a:path>
              </a:pathLst>
            </a:custGeom>
            <a:gradFill>
              <a:gsLst>
                <a:gs pos="14000">
                  <a:schemeClr val="accent6"/>
                </a:gs>
                <a:gs pos="98000">
                  <a:schemeClr val="accent5"/>
                </a:gs>
              </a:gsLst>
              <a:lin ang="0" scaled="0"/>
            </a:gradFill>
            <a:ln w="12700">
              <a:noFill/>
            </a:ln>
          </p:spPr>
          <p:txBody>
            <a:bodyPr vert="horz" wrap="square" lIns="182880" tIns="182880" rIns="182880" bIns="0" rtlCol="0" anchor="ctr">
              <a:noAutofit/>
            </a:bodyPr>
            <a:lstStyle/>
            <a:p>
              <a:pPr lvl="0">
                <a:lnSpc>
                  <a:spcPct val="110000"/>
                </a:lnSpc>
                <a:spcBef>
                  <a:spcPts val="2400"/>
                </a:spcBef>
              </a:pPr>
              <a:endParaRPr lang="en-US" sz="2800" b="0" i="0" dirty="0">
                <a:solidFill>
                  <a:schemeClr val="accent1"/>
                </a:solidFill>
                <a:latin typeface="Spectrum Sans" panose="020B0502020503020304" pitchFamily="34" charset="0"/>
                <a:cs typeface="Spectrum Sans" panose="020B0502020503020304" pitchFamily="34" charset="0"/>
              </a:endParaRPr>
            </a:p>
          </p:txBody>
        </p:sp>
      </p:grpSp>
    </p:spTree>
    <p:extLst>
      <p:ext uri="{BB962C8B-B14F-4D97-AF65-F5344CB8AC3E}">
        <p14:creationId xmlns:p14="http://schemas.microsoft.com/office/powerpoint/2010/main" val="3941389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640485" y="2584156"/>
            <a:ext cx="5863034" cy="844847"/>
          </a:xfrm>
        </p:spPr>
        <p:txBody>
          <a:bodyPr vert="horz" wrap="square" lIns="0" tIns="0" rIns="0" bIns="0" rtlCol="0" anchor="b" anchorCtr="0">
            <a:noAutofit/>
          </a:bodyPr>
          <a:lstStyle>
            <a:lvl1pPr algn="ctr">
              <a:defRPr lang="en-US" sz="4050" spc="0" dirty="0">
                <a:solidFill>
                  <a:schemeClr val="tx2"/>
                </a:solidFill>
              </a:defRPr>
            </a:lvl1pPr>
          </a:lstStyle>
          <a:p>
            <a:pPr lvl="0"/>
            <a:r>
              <a:rPr lang="en-US"/>
              <a:t>Thank You!</a:t>
            </a:r>
          </a:p>
        </p:txBody>
      </p:sp>
      <p:sp>
        <p:nvSpPr>
          <p:cNvPr id="4" name="Subtitle 2">
            <a:extLst>
              <a:ext uri="{FF2B5EF4-FFF2-40B4-BE49-F238E27FC236}">
                <a16:creationId xmlns:a16="http://schemas.microsoft.com/office/drawing/2014/main" id="{0E1E43B4-DA05-EE5A-DB7C-C8266DA5341F}"/>
              </a:ext>
            </a:extLst>
          </p:cNvPr>
          <p:cNvSpPr>
            <a:spLocks noGrp="1"/>
          </p:cNvSpPr>
          <p:nvPr>
            <p:ph type="subTitle" idx="1" hasCustomPrompt="1"/>
          </p:nvPr>
        </p:nvSpPr>
        <p:spPr>
          <a:xfrm>
            <a:off x="1640484" y="3692670"/>
            <a:ext cx="5863034" cy="276999"/>
          </a:xfrm>
          <a:prstGeom prst="rect">
            <a:avLst/>
          </a:prstGeom>
        </p:spPr>
        <p:txBody>
          <a:bodyPr vert="horz" lIns="0" tIns="0" rIns="0" bIns="0" rtlCol="0">
            <a:noAutofit/>
          </a:bodyPr>
          <a:lstStyle>
            <a:lvl1pPr algn="ctr">
              <a:defRPr lang="en-US" sz="1500" cap="none" baseline="0" dirty="0">
                <a:solidFill>
                  <a:schemeClr val="tx2"/>
                </a:solidFill>
              </a:defRPr>
            </a:lvl1pPr>
          </a:lstStyle>
          <a:p>
            <a:pPr lvl="0"/>
            <a:r>
              <a:rPr lang="en-US" dirty="0"/>
              <a:t>Subtitle</a:t>
            </a:r>
          </a:p>
        </p:txBody>
      </p:sp>
      <p:grpSp>
        <p:nvGrpSpPr>
          <p:cNvPr id="27" name="Group 26">
            <a:extLst>
              <a:ext uri="{FF2B5EF4-FFF2-40B4-BE49-F238E27FC236}">
                <a16:creationId xmlns:a16="http://schemas.microsoft.com/office/drawing/2014/main" id="{7F2F2A11-44A4-2C92-6168-7F9A467AD984}"/>
              </a:ext>
            </a:extLst>
          </p:cNvPr>
          <p:cNvGrpSpPr/>
          <p:nvPr userDrawn="1"/>
        </p:nvGrpSpPr>
        <p:grpSpPr>
          <a:xfrm>
            <a:off x="7877516" y="6374712"/>
            <a:ext cx="892520" cy="186437"/>
            <a:chOff x="10615642" y="6334107"/>
            <a:chExt cx="1079469" cy="225489"/>
          </a:xfrm>
        </p:grpSpPr>
        <p:sp>
          <p:nvSpPr>
            <p:cNvPr id="28" name="Freeform 27">
              <a:extLst>
                <a:ext uri="{FF2B5EF4-FFF2-40B4-BE49-F238E27FC236}">
                  <a16:creationId xmlns:a16="http://schemas.microsoft.com/office/drawing/2014/main" id="{6DAE210E-2AA0-2C82-01C6-418293CFD9EC}"/>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F59B9644-7B96-1D52-5C79-6FFED13060B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22CFF7A5-6718-2D58-1686-90DC9E2F7688}"/>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6D27FBA1-93C9-1BBA-58D9-03EC9C431C72}"/>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F33AAB46-6162-F4AE-75D7-14B6FD6B5EF6}"/>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D690FF9-F63C-3441-3EB1-E190C284A33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9B704B2A-4CC5-0D4C-9B64-08A927B3B467}"/>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3C69CF46-8D26-9F96-FADB-C600C51B66B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5B6F7A04-F905-3642-7A98-42DB08FA492A}"/>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EBF4BBBD-A5E0-94BB-0503-5D4D7EEE4E43}"/>
              </a:ext>
            </a:extLst>
          </p:cNvPr>
          <p:cNvSpPr>
            <a:spLocks noGrp="1"/>
          </p:cNvSpPr>
          <p:nvPr>
            <p:ph type="dt" sz="half" idx="10"/>
          </p:nvPr>
        </p:nvSpPr>
        <p:spPr/>
        <p:txBody>
          <a:bodyPr/>
          <a:lstStyle/>
          <a:p>
            <a:fld id="{AD465D0B-B9C1-2941-B349-C6D813D5DF47}" type="datetime1">
              <a:rPr lang="en-US" smtClean="0"/>
              <a:t>5/26/2026</a:t>
            </a:fld>
            <a:endParaRPr lang="en-US"/>
          </a:p>
        </p:txBody>
      </p:sp>
      <p:sp>
        <p:nvSpPr>
          <p:cNvPr id="5" name="Footer Placeholder 4">
            <a:extLst>
              <a:ext uri="{FF2B5EF4-FFF2-40B4-BE49-F238E27FC236}">
                <a16:creationId xmlns:a16="http://schemas.microsoft.com/office/drawing/2014/main" id="{49428021-C38C-892A-73CF-26F01EE4DEE1}"/>
              </a:ext>
            </a:extLst>
          </p:cNvPr>
          <p:cNvSpPr>
            <a:spLocks noGrp="1"/>
          </p:cNvSpPr>
          <p:nvPr>
            <p:ph type="ftr" sz="quarter" idx="11"/>
          </p:nvPr>
        </p:nvSpPr>
        <p:spPr/>
        <p:txBody>
          <a:bodyPr/>
          <a:lstStyle/>
          <a:p>
            <a:r>
              <a:rPr lang="en-US"/>
              <a:t>Confidential</a:t>
            </a:r>
            <a:endParaRPr lang="en-US" dirty="0"/>
          </a:p>
        </p:txBody>
      </p:sp>
      <p:sp>
        <p:nvSpPr>
          <p:cNvPr id="6" name="Slide Number Placeholder 5">
            <a:extLst>
              <a:ext uri="{FF2B5EF4-FFF2-40B4-BE49-F238E27FC236}">
                <a16:creationId xmlns:a16="http://schemas.microsoft.com/office/drawing/2014/main" id="{D839AF54-25D0-B49C-BC3C-2564D6C2A7FC}"/>
              </a:ext>
            </a:extLst>
          </p:cNvPr>
          <p:cNvSpPr>
            <a:spLocks noGrp="1"/>
          </p:cNvSpPr>
          <p:nvPr>
            <p:ph type="sldNum" sz="quarter" idx="12"/>
          </p:nvPr>
        </p:nvSpPr>
        <p:spPr/>
        <p:txBody>
          <a:bodyPr/>
          <a:lstStyle/>
          <a:p>
            <a:fld id="{A82C3BC0-3EBF-3C4C-A3D8-795624EBC6AA}" type="slidenum">
              <a:rPr lang="en-US" smtClean="0"/>
              <a:pPr/>
              <a:t>‹#›</a:t>
            </a:fld>
            <a:endParaRPr lang="en-US"/>
          </a:p>
        </p:txBody>
      </p:sp>
    </p:spTree>
    <p:extLst>
      <p:ext uri="{BB962C8B-B14F-4D97-AF65-F5344CB8AC3E}">
        <p14:creationId xmlns:p14="http://schemas.microsoft.com/office/powerpoint/2010/main" val="369463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3108960"/>
            <a:ext cx="2892297" cy="387604"/>
          </a:xfrm>
        </p:spPr>
        <p:txBody>
          <a:bodyPr anchor="ctr" anchorCtr="0"/>
          <a:lstStyle>
            <a:lvl1pPr>
              <a:defRPr sz="4050">
                <a:solidFill>
                  <a:schemeClr val="accent1"/>
                </a:solidFill>
              </a:defRPr>
            </a:lvl1pPr>
          </a:lstStyle>
          <a:p>
            <a:r>
              <a:rPr lang="en-US" dirty="0"/>
              <a:t>Agenda</a:t>
            </a:r>
          </a:p>
        </p:txBody>
      </p:sp>
      <p:sp>
        <p:nvSpPr>
          <p:cNvPr id="8" name="Text Placeholder 7">
            <a:extLst>
              <a:ext uri="{FF2B5EF4-FFF2-40B4-BE49-F238E27FC236}">
                <a16:creationId xmlns:a16="http://schemas.microsoft.com/office/drawing/2014/main" id="{8FC9438A-753F-6218-4AC4-273A2198EEBD}"/>
              </a:ext>
            </a:extLst>
          </p:cNvPr>
          <p:cNvSpPr>
            <a:spLocks noGrp="1"/>
          </p:cNvSpPr>
          <p:nvPr>
            <p:ph type="body" sz="quarter" idx="18"/>
          </p:nvPr>
        </p:nvSpPr>
        <p:spPr>
          <a:xfrm>
            <a:off x="4870388" y="966973"/>
            <a:ext cx="3886661" cy="4894183"/>
          </a:xfrm>
          <a:prstGeom prst="rect">
            <a:avLst/>
          </a:prstGeom>
        </p:spPr>
        <p:txBody>
          <a:bodyPr anchor="ctr" anchorCtr="0"/>
          <a:lstStyle>
            <a:lvl1pPr marL="258359" indent="-258359">
              <a:spcBef>
                <a:spcPts val="2250"/>
              </a:spcBef>
              <a:buClr>
                <a:schemeClr val="accent2"/>
              </a:buClr>
              <a:buFont typeface="+mj-lt"/>
              <a:buAutoNum type="arabicPeriod"/>
              <a:tabLst/>
              <a:defRPr sz="1600">
                <a:solidFill>
                  <a:schemeClr val="accent1"/>
                </a:solidFill>
              </a:defRPr>
            </a:lvl1pPr>
            <a:lvl2pPr marL="258359" indent="0">
              <a:spcBef>
                <a:spcPts val="0"/>
              </a:spcBef>
              <a:buFont typeface="Arial" panose="020B0604020202020204" pitchFamily="34" charset="0"/>
              <a:buNone/>
              <a:tabLst/>
              <a:defRPr sz="1600">
                <a:solidFill>
                  <a:schemeClr val="accent1"/>
                </a:solidFill>
              </a:defRPr>
            </a:lvl2pPr>
            <a:lvl3pPr marL="257168" indent="-257168">
              <a:buFont typeface="+mj-lt"/>
              <a:buAutoNum type="arabicPeriod"/>
              <a:defRPr sz="1050"/>
            </a:lvl3pPr>
            <a:lvl4pPr marL="171446" indent="-171446">
              <a:buFont typeface="+mj-lt"/>
              <a:buAutoNum type="arabicPeriod"/>
              <a:defRPr sz="788"/>
            </a:lvl4pPr>
            <a:lvl5pPr marL="430995" indent="-171446">
              <a:buFont typeface="+mj-lt"/>
              <a:buAutoNum type="arabicPeriod"/>
              <a:defRPr sz="750"/>
            </a:lvl5pPr>
          </a:lstStyle>
          <a:p>
            <a:pPr lvl="0"/>
            <a:r>
              <a:rPr lang="en-US"/>
              <a:t>Click to edit Master text styles</a:t>
            </a:r>
          </a:p>
          <a:p>
            <a:pPr lvl="1"/>
            <a:r>
              <a:rPr lang="en-US"/>
              <a:t>Second level</a:t>
            </a:r>
          </a:p>
        </p:txBody>
      </p:sp>
      <p:cxnSp>
        <p:nvCxnSpPr>
          <p:cNvPr id="7" name="Straight Connector 6">
            <a:extLst>
              <a:ext uri="{FF2B5EF4-FFF2-40B4-BE49-F238E27FC236}">
                <a16:creationId xmlns:a16="http://schemas.microsoft.com/office/drawing/2014/main" id="{710A1A2F-9597-FA10-7F86-0F1A1C7EEA42}"/>
              </a:ext>
            </a:extLst>
          </p:cNvPr>
          <p:cNvCxnSpPr>
            <a:cxnSpLocks/>
          </p:cNvCxnSpPr>
          <p:nvPr userDrawn="1"/>
        </p:nvCxnSpPr>
        <p:spPr>
          <a:xfrm>
            <a:off x="4572000" y="966973"/>
            <a:ext cx="0" cy="489418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F99A6339-938D-E139-6CDF-F6BE00366A2E}"/>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5" name="Date Placeholder 4">
            <a:extLst>
              <a:ext uri="{FF2B5EF4-FFF2-40B4-BE49-F238E27FC236}">
                <a16:creationId xmlns:a16="http://schemas.microsoft.com/office/drawing/2014/main" id="{2F87DB2B-9B12-6F89-F49F-B0B1F14F8633}"/>
              </a:ext>
            </a:extLst>
          </p:cNvPr>
          <p:cNvSpPr>
            <a:spLocks noGrp="1"/>
          </p:cNvSpPr>
          <p:nvPr>
            <p:ph type="dt" sz="half" idx="19"/>
          </p:nvPr>
        </p:nvSpPr>
        <p:spPr/>
        <p:txBody>
          <a:bodyPr/>
          <a:lstStyle/>
          <a:p>
            <a:fld id="{CC8CD9D6-EE35-CC48-B8C9-34C561D17752}" type="datetime1">
              <a:rPr lang="en-US" smtClean="0"/>
              <a:t>5/26/2026</a:t>
            </a:fld>
            <a:endParaRPr lang="en-US"/>
          </a:p>
        </p:txBody>
      </p:sp>
      <p:sp>
        <p:nvSpPr>
          <p:cNvPr id="6" name="Footer Placeholder 5">
            <a:extLst>
              <a:ext uri="{FF2B5EF4-FFF2-40B4-BE49-F238E27FC236}">
                <a16:creationId xmlns:a16="http://schemas.microsoft.com/office/drawing/2014/main" id="{2D850B03-DD57-DF72-F489-3E46BDB37F0F}"/>
              </a:ext>
            </a:extLst>
          </p:cNvPr>
          <p:cNvSpPr>
            <a:spLocks noGrp="1"/>
          </p:cNvSpPr>
          <p:nvPr>
            <p:ph type="ftr" sz="quarter" idx="20"/>
          </p:nvPr>
        </p:nvSpPr>
        <p:spPr/>
        <p:txBody>
          <a:bodyPr/>
          <a:lstStyle/>
          <a:p>
            <a:r>
              <a:rPr lang="en-US"/>
              <a:t>Confidential</a:t>
            </a:r>
          </a:p>
        </p:txBody>
      </p:sp>
      <p:sp>
        <p:nvSpPr>
          <p:cNvPr id="9" name="Slide Number Placeholder 8">
            <a:extLst>
              <a:ext uri="{FF2B5EF4-FFF2-40B4-BE49-F238E27FC236}">
                <a16:creationId xmlns:a16="http://schemas.microsoft.com/office/drawing/2014/main" id="{E390677F-5D8A-57EC-6A25-D46A00C12016}"/>
              </a:ext>
            </a:extLst>
          </p:cNvPr>
          <p:cNvSpPr>
            <a:spLocks noGrp="1"/>
          </p:cNvSpPr>
          <p:nvPr>
            <p:ph type="sldNum" sz="quarter" idx="21"/>
          </p:nvPr>
        </p:nvSpPr>
        <p:spPr/>
        <p:txBody>
          <a:bodyPr/>
          <a:lstStyle/>
          <a:p>
            <a:fld id="{A82C3BC0-3EBF-3C4C-A3D8-795624EBC6AA}" type="slidenum">
              <a:rPr lang="en-US" smtClean="0"/>
              <a:pPr/>
              <a:t>‹#›</a:t>
            </a:fld>
            <a:endParaRPr lang="en-US"/>
          </a:p>
        </p:txBody>
      </p:sp>
      <p:grpSp>
        <p:nvGrpSpPr>
          <p:cNvPr id="10" name="Group 9">
            <a:extLst>
              <a:ext uri="{FF2B5EF4-FFF2-40B4-BE49-F238E27FC236}">
                <a16:creationId xmlns:a16="http://schemas.microsoft.com/office/drawing/2014/main" id="{F29993D7-55C8-00EF-85A9-DC88FB603AB7}"/>
              </a:ext>
            </a:extLst>
          </p:cNvPr>
          <p:cNvGrpSpPr/>
          <p:nvPr userDrawn="1"/>
        </p:nvGrpSpPr>
        <p:grpSpPr>
          <a:xfrm>
            <a:off x="7877516" y="6374712"/>
            <a:ext cx="892520" cy="186437"/>
            <a:chOff x="10615642" y="6334107"/>
            <a:chExt cx="1079469" cy="225489"/>
          </a:xfrm>
        </p:grpSpPr>
        <p:sp>
          <p:nvSpPr>
            <p:cNvPr id="11" name="Freeform 10">
              <a:extLst>
                <a:ext uri="{FF2B5EF4-FFF2-40B4-BE49-F238E27FC236}">
                  <a16:creationId xmlns:a16="http://schemas.microsoft.com/office/drawing/2014/main" id="{8A62D24B-2AB7-7AB1-1645-8908EC234C6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19F6C7C-AF26-5492-12CE-553A0066F2A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A5C22CDF-B4CB-2B05-CC8D-D3EE421E5E2B}"/>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92D69317-4BD5-220E-F777-C6C226EEE8DC}"/>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0139B014-E944-A459-7D2C-B4037D741BF6}"/>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BF38EDF-4672-F98D-F821-886DA652C94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FE244AF-7623-F467-6C07-056B1AAA0BC5}"/>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184E4FD-D62C-5159-52E5-C30780ED97F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5B5403DF-3FBD-8A19-E14E-DCCAE2F9690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2133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75385"/>
            <a:ext cx="5863034" cy="805990"/>
          </a:xfrm>
        </p:spPr>
        <p:txBody>
          <a:bodyPr wrap="square" tIns="137160" anchor="b" anchorCtr="0">
            <a:noAutofit/>
          </a:bodyPr>
          <a:lstStyle>
            <a:lvl1pPr algn="l">
              <a:defRPr sz="2925" spc="0" baseline="0">
                <a:solidFill>
                  <a:schemeClr val="tx2"/>
                </a:solidFill>
              </a:defRPr>
            </a:lvl1pPr>
          </a:lstStyle>
          <a:p>
            <a:r>
              <a:rPr lang="en-US" dirty="0"/>
              <a:t>Breaker</a:t>
            </a:r>
          </a:p>
        </p:txBody>
      </p:sp>
      <p:sp>
        <p:nvSpPr>
          <p:cNvPr id="3" name="Subtitle 2"/>
          <p:cNvSpPr>
            <a:spLocks noGrp="1"/>
          </p:cNvSpPr>
          <p:nvPr>
            <p:ph type="subTitle" idx="1" hasCustomPrompt="1"/>
          </p:nvPr>
        </p:nvSpPr>
        <p:spPr>
          <a:xfrm>
            <a:off x="383552" y="5163725"/>
            <a:ext cx="5394978" cy="276999"/>
          </a:xfrm>
          <a:prstGeom prst="rect">
            <a:avLst/>
          </a:prstGeom>
        </p:spPr>
        <p:txBody>
          <a:bodyPr vert="horz" lIns="0" tIns="0" rIns="0" bIns="0" rtlCol="0">
            <a:noAutofit/>
          </a:bodyPr>
          <a:lstStyle>
            <a:lvl1pPr>
              <a:defRPr lang="en-US" sz="1500" cap="none" baseline="0" dirty="0">
                <a:solidFill>
                  <a:schemeClr val="tx2"/>
                </a:solidFill>
              </a:defRPr>
            </a:lvl1pPr>
          </a:lstStyle>
          <a:p>
            <a:pPr lvl="0"/>
            <a:r>
              <a:rPr lang="en-US" dirty="0"/>
              <a:t>Subtitle</a:t>
            </a:r>
          </a:p>
        </p:txBody>
      </p:sp>
      <p:sp>
        <p:nvSpPr>
          <p:cNvPr id="4" name="Rectangle 3">
            <a:extLst>
              <a:ext uri="{FF2B5EF4-FFF2-40B4-BE49-F238E27FC236}">
                <a16:creationId xmlns:a16="http://schemas.microsoft.com/office/drawing/2014/main" id="{191527F7-D5E5-8083-6877-5A190605FB65}"/>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7" name="Date Placeholder 6">
            <a:extLst>
              <a:ext uri="{FF2B5EF4-FFF2-40B4-BE49-F238E27FC236}">
                <a16:creationId xmlns:a16="http://schemas.microsoft.com/office/drawing/2014/main" id="{6B6C2E91-A0EA-A204-26DE-33200DF0A5DD}"/>
              </a:ext>
            </a:extLst>
          </p:cNvPr>
          <p:cNvSpPr>
            <a:spLocks noGrp="1"/>
          </p:cNvSpPr>
          <p:nvPr>
            <p:ph type="dt" sz="half" idx="10"/>
          </p:nvPr>
        </p:nvSpPr>
        <p:spPr/>
        <p:txBody>
          <a:bodyPr/>
          <a:lstStyle/>
          <a:p>
            <a:fld id="{00D07BEB-16DF-4941-8971-3675071DDDB0}" type="datetime1">
              <a:rPr lang="en-US" smtClean="0"/>
              <a:t>5/26/2026</a:t>
            </a:fld>
            <a:endParaRPr lang="en-US"/>
          </a:p>
        </p:txBody>
      </p:sp>
      <p:sp>
        <p:nvSpPr>
          <p:cNvPr id="8" name="Footer Placeholder 7">
            <a:extLst>
              <a:ext uri="{FF2B5EF4-FFF2-40B4-BE49-F238E27FC236}">
                <a16:creationId xmlns:a16="http://schemas.microsoft.com/office/drawing/2014/main" id="{91898E2F-95EF-3E56-0BB5-81ADEFE8658D}"/>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6554F1DC-17BE-6A35-A3AB-9F1BA7AEACEB}"/>
              </a:ext>
            </a:extLst>
          </p:cNvPr>
          <p:cNvSpPr>
            <a:spLocks noGrp="1"/>
          </p:cNvSpPr>
          <p:nvPr>
            <p:ph type="sldNum" sz="quarter" idx="12"/>
          </p:nvPr>
        </p:nvSpPr>
        <p:spPr/>
        <p:txBody>
          <a:bodyPr/>
          <a:lstStyle/>
          <a:p>
            <a:fld id="{A82C3BC0-3EBF-3C4C-A3D8-795624EBC6AA}" type="slidenum">
              <a:rPr lang="en-US" smtClean="0"/>
              <a:pPr/>
              <a:t>‹#›</a:t>
            </a:fld>
            <a:endParaRPr lang="en-US"/>
          </a:p>
        </p:txBody>
      </p:sp>
      <p:grpSp>
        <p:nvGrpSpPr>
          <p:cNvPr id="10" name="Group 9">
            <a:extLst>
              <a:ext uri="{FF2B5EF4-FFF2-40B4-BE49-F238E27FC236}">
                <a16:creationId xmlns:a16="http://schemas.microsoft.com/office/drawing/2014/main" id="{638711BC-2FD2-5856-892F-CDE3AFB0798F}"/>
              </a:ext>
            </a:extLst>
          </p:cNvPr>
          <p:cNvGrpSpPr/>
          <p:nvPr userDrawn="1"/>
        </p:nvGrpSpPr>
        <p:grpSpPr>
          <a:xfrm>
            <a:off x="7877516" y="6374712"/>
            <a:ext cx="892520" cy="186437"/>
            <a:chOff x="10615642" y="6334107"/>
            <a:chExt cx="1079469" cy="225489"/>
          </a:xfrm>
        </p:grpSpPr>
        <p:sp>
          <p:nvSpPr>
            <p:cNvPr id="11" name="Freeform 10">
              <a:extLst>
                <a:ext uri="{FF2B5EF4-FFF2-40B4-BE49-F238E27FC236}">
                  <a16:creationId xmlns:a16="http://schemas.microsoft.com/office/drawing/2014/main" id="{E618CABF-51DE-AEBB-6DD4-FEE209DA8D1A}"/>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D7AD6E6-DC8A-B9BE-7717-AA74BA8A5D71}"/>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34E541C4-B481-82AE-147B-953530355FD8}"/>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EC1132A-87AD-046D-D468-F599AB3086E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1FFB72B-F0B7-46BF-E03A-149ADBD1744C}"/>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F5963AA-8DA9-E7B8-7D73-305EEC666C1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7D4E8C63-24A4-E3A7-FD2B-0DDF84CF2434}"/>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E7DCC192-C3EB-C6B6-F76A-1C4E36F07C8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BEEFAC5-DCB2-5EB8-E354-DE5ADB9BB1A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88450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er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75385"/>
            <a:ext cx="5863034" cy="805990"/>
          </a:xfrm>
        </p:spPr>
        <p:txBody>
          <a:bodyPr wrap="square" tIns="137160" anchor="b" anchorCtr="0">
            <a:noAutofit/>
          </a:bodyPr>
          <a:lstStyle>
            <a:lvl1pPr algn="l">
              <a:defRPr sz="2925" spc="0" baseline="0">
                <a:solidFill>
                  <a:schemeClr val="tx2"/>
                </a:solidFill>
              </a:defRPr>
            </a:lvl1pPr>
          </a:lstStyle>
          <a:p>
            <a:r>
              <a:rPr lang="en-US" dirty="0"/>
              <a:t>Breaker</a:t>
            </a:r>
          </a:p>
        </p:txBody>
      </p:sp>
      <p:sp>
        <p:nvSpPr>
          <p:cNvPr id="3" name="Subtitle 2"/>
          <p:cNvSpPr>
            <a:spLocks noGrp="1"/>
          </p:cNvSpPr>
          <p:nvPr>
            <p:ph type="subTitle" idx="1" hasCustomPrompt="1"/>
          </p:nvPr>
        </p:nvSpPr>
        <p:spPr>
          <a:xfrm>
            <a:off x="383552" y="5163725"/>
            <a:ext cx="5394978" cy="276999"/>
          </a:xfrm>
          <a:prstGeom prst="rect">
            <a:avLst/>
          </a:prstGeom>
        </p:spPr>
        <p:txBody>
          <a:bodyPr vert="horz" lIns="0" tIns="0" rIns="0" bIns="0" rtlCol="0">
            <a:noAutofit/>
          </a:bodyPr>
          <a:lstStyle>
            <a:lvl1pPr>
              <a:defRPr lang="en-US" sz="1500" cap="none" baseline="0" dirty="0">
                <a:solidFill>
                  <a:schemeClr val="tx2"/>
                </a:solidFill>
              </a:defRPr>
            </a:lvl1pPr>
          </a:lstStyle>
          <a:p>
            <a:pPr lvl="0"/>
            <a:r>
              <a:rPr lang="en-US" dirty="0"/>
              <a:t>Subtitle</a:t>
            </a:r>
          </a:p>
        </p:txBody>
      </p:sp>
      <p:sp>
        <p:nvSpPr>
          <p:cNvPr id="4" name="Rectangle 3">
            <a:extLst>
              <a:ext uri="{FF2B5EF4-FFF2-40B4-BE49-F238E27FC236}">
                <a16:creationId xmlns:a16="http://schemas.microsoft.com/office/drawing/2014/main" id="{3EDE15D1-C03C-14DD-A137-B917E4D48D00}"/>
              </a:ext>
            </a:extLst>
          </p:cNvPr>
          <p:cNvSpPr/>
          <p:nvPr userDrawn="1"/>
        </p:nvSpPr>
        <p:spPr>
          <a:xfrm>
            <a:off x="0" y="6802244"/>
            <a:ext cx="9144000" cy="55756"/>
          </a:xfrm>
          <a:prstGeom prst="rect">
            <a:avLst/>
          </a:prstGeom>
          <a:gradFill>
            <a:gsLst>
              <a:gs pos="15000">
                <a:schemeClr val="accent3"/>
              </a:gs>
              <a:gs pos="85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7" name="Group 6">
            <a:extLst>
              <a:ext uri="{FF2B5EF4-FFF2-40B4-BE49-F238E27FC236}">
                <a16:creationId xmlns:a16="http://schemas.microsoft.com/office/drawing/2014/main" id="{0E039B39-9C31-0B89-332C-547CA0CB5B67}"/>
              </a:ext>
            </a:extLst>
          </p:cNvPr>
          <p:cNvGrpSpPr/>
          <p:nvPr userDrawn="1"/>
        </p:nvGrpSpPr>
        <p:grpSpPr>
          <a:xfrm>
            <a:off x="7877516" y="6374712"/>
            <a:ext cx="892520" cy="186437"/>
            <a:chOff x="10615642" y="6334107"/>
            <a:chExt cx="1079469" cy="225489"/>
          </a:xfrm>
        </p:grpSpPr>
        <p:sp>
          <p:nvSpPr>
            <p:cNvPr id="8" name="Freeform 7">
              <a:extLst>
                <a:ext uri="{FF2B5EF4-FFF2-40B4-BE49-F238E27FC236}">
                  <a16:creationId xmlns:a16="http://schemas.microsoft.com/office/drawing/2014/main" id="{679EAA9E-4099-9A40-B6AD-ADB35B6B6ED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4C6A75F-A00E-DC01-25A8-37EEDE4CA495}"/>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A60988AE-8583-847D-C606-508BE9A1AE6E}"/>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8389229-529A-314E-903F-F90E9552631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A50D582-83AA-A5AA-1E90-791A1C95F85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E0C6AAB-621E-C15D-E7B7-2623A2846B6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C3DE302-079F-4EC2-CCD4-5CCD0BF6F6DC}"/>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77CBCC6-1F2E-D73E-B2EE-C6FE7A7969E4}"/>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460C8A8-2100-58A5-E4B4-81DA1F1A67B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8" name="Date Placeholder 27">
            <a:extLst>
              <a:ext uri="{FF2B5EF4-FFF2-40B4-BE49-F238E27FC236}">
                <a16:creationId xmlns:a16="http://schemas.microsoft.com/office/drawing/2014/main" id="{2693D2CD-CB69-698A-6EF5-E23FCACA5CAB}"/>
              </a:ext>
            </a:extLst>
          </p:cNvPr>
          <p:cNvSpPr>
            <a:spLocks noGrp="1"/>
          </p:cNvSpPr>
          <p:nvPr>
            <p:ph type="dt" sz="half" idx="10"/>
          </p:nvPr>
        </p:nvSpPr>
        <p:spPr/>
        <p:txBody>
          <a:bodyPr/>
          <a:lstStyle/>
          <a:p>
            <a:fld id="{5C1B5052-1E57-664E-AF17-F3E22EB9DE57}" type="datetime1">
              <a:rPr lang="en-US" smtClean="0"/>
              <a:t>5/26/2026</a:t>
            </a:fld>
            <a:endParaRPr lang="en-US"/>
          </a:p>
        </p:txBody>
      </p:sp>
      <p:sp>
        <p:nvSpPr>
          <p:cNvPr id="29" name="Footer Placeholder 28">
            <a:extLst>
              <a:ext uri="{FF2B5EF4-FFF2-40B4-BE49-F238E27FC236}">
                <a16:creationId xmlns:a16="http://schemas.microsoft.com/office/drawing/2014/main" id="{80A4C9CF-0619-0EC2-42B7-CE71969B221F}"/>
              </a:ext>
            </a:extLst>
          </p:cNvPr>
          <p:cNvSpPr>
            <a:spLocks noGrp="1"/>
          </p:cNvSpPr>
          <p:nvPr>
            <p:ph type="ftr" sz="quarter" idx="11"/>
          </p:nvPr>
        </p:nvSpPr>
        <p:spPr/>
        <p:txBody>
          <a:bodyPr/>
          <a:lstStyle/>
          <a:p>
            <a:r>
              <a:rPr lang="en-US"/>
              <a:t>Confidential</a:t>
            </a:r>
          </a:p>
        </p:txBody>
      </p:sp>
      <p:sp>
        <p:nvSpPr>
          <p:cNvPr id="30" name="Slide Number Placeholder 29">
            <a:extLst>
              <a:ext uri="{FF2B5EF4-FFF2-40B4-BE49-F238E27FC236}">
                <a16:creationId xmlns:a16="http://schemas.microsoft.com/office/drawing/2014/main" id="{F726438F-8B46-23F6-21C1-78571A5C316C}"/>
              </a:ext>
            </a:extLst>
          </p:cNvPr>
          <p:cNvSpPr>
            <a:spLocks noGrp="1"/>
          </p:cNvSpPr>
          <p:nvPr>
            <p:ph type="sldNum" sz="quarter" idx="12"/>
          </p:nvPr>
        </p:nvSpPr>
        <p:spPr/>
        <p:txBody>
          <a:bodyPr/>
          <a:lstStyle/>
          <a:p>
            <a:fld id="{A82C3BC0-3EBF-3C4C-A3D8-795624EBC6AA}" type="slidenum">
              <a:rPr lang="en-US" smtClean="0"/>
              <a:pPr/>
              <a:t>‹#›</a:t>
            </a:fld>
            <a:endParaRPr lang="en-US"/>
          </a:p>
        </p:txBody>
      </p:sp>
    </p:spTree>
    <p:extLst>
      <p:ext uri="{BB962C8B-B14F-4D97-AF65-F5344CB8AC3E}">
        <p14:creationId xmlns:p14="http://schemas.microsoft.com/office/powerpoint/2010/main" val="129618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er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2666" y="4375385"/>
            <a:ext cx="5863034" cy="805990"/>
          </a:xfrm>
        </p:spPr>
        <p:txBody>
          <a:bodyPr wrap="square" tIns="137160" anchor="b" anchorCtr="0">
            <a:noAutofit/>
          </a:bodyPr>
          <a:lstStyle>
            <a:lvl1pPr algn="l">
              <a:defRPr sz="2925" spc="0" baseline="0">
                <a:solidFill>
                  <a:schemeClr val="tx2"/>
                </a:solidFill>
              </a:defRPr>
            </a:lvl1pPr>
          </a:lstStyle>
          <a:p>
            <a:r>
              <a:rPr lang="en-US" dirty="0"/>
              <a:t>Breaker</a:t>
            </a:r>
          </a:p>
        </p:txBody>
      </p:sp>
      <p:sp>
        <p:nvSpPr>
          <p:cNvPr id="3" name="Subtitle 2"/>
          <p:cNvSpPr>
            <a:spLocks noGrp="1"/>
          </p:cNvSpPr>
          <p:nvPr>
            <p:ph type="subTitle" idx="1" hasCustomPrompt="1"/>
          </p:nvPr>
        </p:nvSpPr>
        <p:spPr>
          <a:xfrm>
            <a:off x="383552" y="5163725"/>
            <a:ext cx="5394978" cy="276999"/>
          </a:xfrm>
          <a:prstGeom prst="rect">
            <a:avLst/>
          </a:prstGeom>
        </p:spPr>
        <p:txBody>
          <a:bodyPr vert="horz" lIns="0" tIns="0" rIns="0" bIns="0" rtlCol="0">
            <a:noAutofit/>
          </a:bodyPr>
          <a:lstStyle>
            <a:lvl1pPr>
              <a:defRPr lang="en-US" sz="1500" cap="none" baseline="0" dirty="0">
                <a:solidFill>
                  <a:schemeClr val="tx2"/>
                </a:solidFill>
              </a:defRPr>
            </a:lvl1pPr>
          </a:lstStyle>
          <a:p>
            <a:pPr lvl="0"/>
            <a:r>
              <a:rPr lang="en-US" dirty="0"/>
              <a:t>Subtitle</a:t>
            </a:r>
          </a:p>
        </p:txBody>
      </p:sp>
      <p:sp>
        <p:nvSpPr>
          <p:cNvPr id="4" name="Rectangle 3">
            <a:extLst>
              <a:ext uri="{FF2B5EF4-FFF2-40B4-BE49-F238E27FC236}">
                <a16:creationId xmlns:a16="http://schemas.microsoft.com/office/drawing/2014/main" id="{3553565B-ABE8-4423-CAE7-2D0A7A2F2687}"/>
              </a:ext>
            </a:extLst>
          </p:cNvPr>
          <p:cNvSpPr/>
          <p:nvPr userDrawn="1"/>
        </p:nvSpPr>
        <p:spPr>
          <a:xfrm>
            <a:off x="0" y="6802244"/>
            <a:ext cx="9144000" cy="55756"/>
          </a:xfrm>
          <a:prstGeom prst="rect">
            <a:avLst/>
          </a:prstGeom>
          <a:gradFill>
            <a:gsLst>
              <a:gs pos="15000">
                <a:schemeClr val="accent6"/>
              </a:gs>
              <a:gs pos="85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7" name="Group 6">
            <a:extLst>
              <a:ext uri="{FF2B5EF4-FFF2-40B4-BE49-F238E27FC236}">
                <a16:creationId xmlns:a16="http://schemas.microsoft.com/office/drawing/2014/main" id="{24370C6B-2591-4865-BCDC-D24D03CE5031}"/>
              </a:ext>
            </a:extLst>
          </p:cNvPr>
          <p:cNvGrpSpPr/>
          <p:nvPr userDrawn="1"/>
        </p:nvGrpSpPr>
        <p:grpSpPr>
          <a:xfrm>
            <a:off x="7877516" y="6374712"/>
            <a:ext cx="892520" cy="186437"/>
            <a:chOff x="10615642" y="6334107"/>
            <a:chExt cx="1079469" cy="225489"/>
          </a:xfrm>
        </p:grpSpPr>
        <p:sp>
          <p:nvSpPr>
            <p:cNvPr id="8" name="Freeform 7">
              <a:extLst>
                <a:ext uri="{FF2B5EF4-FFF2-40B4-BE49-F238E27FC236}">
                  <a16:creationId xmlns:a16="http://schemas.microsoft.com/office/drawing/2014/main" id="{7B2F0127-05CA-3AF1-5269-BE55B4A96ED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C016EEA1-9039-A824-8D1D-7BFE328D6CCC}"/>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332E57EC-78CF-FC16-A5AF-4E3B6F3918A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205E2FA-6669-59DD-FDE8-00E1DD469BB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59F137B-E14F-652F-2D51-DB8DEF1ECD1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144DED33-A455-8D44-A22F-849686F66677}"/>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89828235-CEF0-A3D2-2497-5875B75F886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2BB6C0F-87FE-CCFD-3561-9BCB567598C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AF8BD28B-4AAA-7619-76C9-A91314AB2828}"/>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
        <p:nvSpPr>
          <p:cNvPr id="28" name="Date Placeholder 27">
            <a:extLst>
              <a:ext uri="{FF2B5EF4-FFF2-40B4-BE49-F238E27FC236}">
                <a16:creationId xmlns:a16="http://schemas.microsoft.com/office/drawing/2014/main" id="{80286DFA-5B73-0A36-C68F-A0364C416412}"/>
              </a:ext>
            </a:extLst>
          </p:cNvPr>
          <p:cNvSpPr>
            <a:spLocks noGrp="1"/>
          </p:cNvSpPr>
          <p:nvPr>
            <p:ph type="dt" sz="half" idx="10"/>
          </p:nvPr>
        </p:nvSpPr>
        <p:spPr/>
        <p:txBody>
          <a:bodyPr/>
          <a:lstStyle/>
          <a:p>
            <a:fld id="{587B01D4-3A6E-D046-8A73-5C6EA4F6D2B7}" type="datetime1">
              <a:rPr lang="en-US" smtClean="0"/>
              <a:t>5/26/2026</a:t>
            </a:fld>
            <a:endParaRPr lang="en-US"/>
          </a:p>
        </p:txBody>
      </p:sp>
      <p:sp>
        <p:nvSpPr>
          <p:cNvPr id="29" name="Footer Placeholder 28">
            <a:extLst>
              <a:ext uri="{FF2B5EF4-FFF2-40B4-BE49-F238E27FC236}">
                <a16:creationId xmlns:a16="http://schemas.microsoft.com/office/drawing/2014/main" id="{77271A70-D7CE-9BE1-2ACB-2F01594C3924}"/>
              </a:ext>
            </a:extLst>
          </p:cNvPr>
          <p:cNvSpPr>
            <a:spLocks noGrp="1"/>
          </p:cNvSpPr>
          <p:nvPr>
            <p:ph type="ftr" sz="quarter" idx="11"/>
          </p:nvPr>
        </p:nvSpPr>
        <p:spPr/>
        <p:txBody>
          <a:bodyPr/>
          <a:lstStyle/>
          <a:p>
            <a:r>
              <a:rPr lang="en-US"/>
              <a:t>Confidential</a:t>
            </a:r>
          </a:p>
        </p:txBody>
      </p:sp>
      <p:sp>
        <p:nvSpPr>
          <p:cNvPr id="30" name="Slide Number Placeholder 29">
            <a:extLst>
              <a:ext uri="{FF2B5EF4-FFF2-40B4-BE49-F238E27FC236}">
                <a16:creationId xmlns:a16="http://schemas.microsoft.com/office/drawing/2014/main" id="{1BBBE04C-848D-3DEF-30EC-B3D94A3155C9}"/>
              </a:ext>
            </a:extLst>
          </p:cNvPr>
          <p:cNvSpPr>
            <a:spLocks noGrp="1"/>
          </p:cNvSpPr>
          <p:nvPr>
            <p:ph type="sldNum" sz="quarter" idx="12"/>
          </p:nvPr>
        </p:nvSpPr>
        <p:spPr/>
        <p:txBody>
          <a:bodyPr/>
          <a:lstStyle/>
          <a:p>
            <a:fld id="{A82C3BC0-3EBF-3C4C-A3D8-795624EBC6AA}" type="slidenum">
              <a:rPr lang="en-US" smtClean="0"/>
              <a:pPr/>
              <a:t>‹#›</a:t>
            </a:fld>
            <a:endParaRPr lang="en-US"/>
          </a:p>
        </p:txBody>
      </p:sp>
    </p:spTree>
    <p:extLst>
      <p:ext uri="{BB962C8B-B14F-4D97-AF65-F5344CB8AC3E}">
        <p14:creationId xmlns:p14="http://schemas.microsoft.com/office/powerpoint/2010/main" val="419782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640080"/>
            <a:ext cx="8398667" cy="328304"/>
          </a:xfrm>
        </p:spPr>
        <p:txBody>
          <a:bodyPr/>
          <a:lstStyle/>
          <a:p>
            <a:r>
              <a:rPr lang="en-US" dirty="0"/>
              <a:t>1 Column Simple White</a:t>
            </a:r>
          </a:p>
        </p:txBody>
      </p:sp>
      <p:sp>
        <p:nvSpPr>
          <p:cNvPr id="5" name="Text Placeholder 7">
            <a:extLst>
              <a:ext uri="{FF2B5EF4-FFF2-40B4-BE49-F238E27FC236}">
                <a16:creationId xmlns:a16="http://schemas.microsoft.com/office/drawing/2014/main" id="{C27D076D-B990-813A-1860-1DF8C0D2BF16}"/>
              </a:ext>
            </a:extLst>
          </p:cNvPr>
          <p:cNvSpPr>
            <a:spLocks noGrp="1"/>
          </p:cNvSpPr>
          <p:nvPr>
            <p:ph type="body" sz="quarter" idx="13" hasCustomPrompt="1"/>
          </p:nvPr>
        </p:nvSpPr>
        <p:spPr>
          <a:xfrm>
            <a:off x="372667" y="365760"/>
            <a:ext cx="8398667"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7" name="Text Placeholder 16">
            <a:extLst>
              <a:ext uri="{FF2B5EF4-FFF2-40B4-BE49-F238E27FC236}">
                <a16:creationId xmlns:a16="http://schemas.microsoft.com/office/drawing/2014/main" id="{3E76759F-9CBF-2D7F-FDCD-6FA5351B34EE}"/>
              </a:ext>
            </a:extLst>
          </p:cNvPr>
          <p:cNvSpPr>
            <a:spLocks noGrp="1"/>
          </p:cNvSpPr>
          <p:nvPr>
            <p:ph type="body" sz="quarter" idx="18"/>
          </p:nvPr>
        </p:nvSpPr>
        <p:spPr>
          <a:xfrm>
            <a:off x="372667" y="1642394"/>
            <a:ext cx="8398667"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22" name="Date Placeholder 21">
            <a:extLst>
              <a:ext uri="{FF2B5EF4-FFF2-40B4-BE49-F238E27FC236}">
                <a16:creationId xmlns:a16="http://schemas.microsoft.com/office/drawing/2014/main" id="{8B440F9D-1EA8-86CF-7557-715DB199D521}"/>
              </a:ext>
            </a:extLst>
          </p:cNvPr>
          <p:cNvSpPr>
            <a:spLocks noGrp="1"/>
          </p:cNvSpPr>
          <p:nvPr>
            <p:ph type="dt" sz="half" idx="19"/>
          </p:nvPr>
        </p:nvSpPr>
        <p:spPr/>
        <p:txBody>
          <a:bodyPr/>
          <a:lstStyle/>
          <a:p>
            <a:fld id="{B15974B6-F614-E145-92BD-067E9CB527F1}" type="datetime1">
              <a:rPr lang="en-US" smtClean="0"/>
              <a:t>5/26/2026</a:t>
            </a:fld>
            <a:endParaRPr lang="en-US"/>
          </a:p>
        </p:txBody>
      </p:sp>
      <p:sp>
        <p:nvSpPr>
          <p:cNvPr id="23" name="Footer Placeholder 22">
            <a:extLst>
              <a:ext uri="{FF2B5EF4-FFF2-40B4-BE49-F238E27FC236}">
                <a16:creationId xmlns:a16="http://schemas.microsoft.com/office/drawing/2014/main" id="{BB0D2D11-44F6-59FD-DDE5-26FAB2E8525A}"/>
              </a:ext>
            </a:extLst>
          </p:cNvPr>
          <p:cNvSpPr>
            <a:spLocks noGrp="1"/>
          </p:cNvSpPr>
          <p:nvPr>
            <p:ph type="ftr" sz="quarter" idx="20"/>
          </p:nvPr>
        </p:nvSpPr>
        <p:spPr/>
        <p:txBody>
          <a:bodyPr/>
          <a:lstStyle/>
          <a:p>
            <a:r>
              <a:rPr lang="en-US"/>
              <a:t>Confidential</a:t>
            </a:r>
          </a:p>
        </p:txBody>
      </p:sp>
      <p:sp>
        <p:nvSpPr>
          <p:cNvPr id="24" name="Slide Number Placeholder 23">
            <a:extLst>
              <a:ext uri="{FF2B5EF4-FFF2-40B4-BE49-F238E27FC236}">
                <a16:creationId xmlns:a16="http://schemas.microsoft.com/office/drawing/2014/main" id="{5D2E119D-222B-F37D-38A9-5ACC5CF182E0}"/>
              </a:ext>
            </a:extLst>
          </p:cNvPr>
          <p:cNvSpPr>
            <a:spLocks noGrp="1"/>
          </p:cNvSpPr>
          <p:nvPr>
            <p:ph type="sldNum" sz="quarter" idx="21"/>
          </p:nvPr>
        </p:nvSpPr>
        <p:spPr/>
        <p:txBody>
          <a:bodyPr/>
          <a:lstStyle/>
          <a:p>
            <a:fld id="{A82C3BC0-3EBF-3C4C-A3D8-795624EBC6AA}" type="slidenum">
              <a:rPr lang="en-US" smtClean="0"/>
              <a:pPr/>
              <a:t>‹#›</a:t>
            </a:fld>
            <a:endParaRPr lang="en-US"/>
          </a:p>
        </p:txBody>
      </p:sp>
      <p:sp>
        <p:nvSpPr>
          <p:cNvPr id="11" name="Rectangle 10">
            <a:extLst>
              <a:ext uri="{FF2B5EF4-FFF2-40B4-BE49-F238E27FC236}">
                <a16:creationId xmlns:a16="http://schemas.microsoft.com/office/drawing/2014/main" id="{F743CF26-A9C9-E209-F631-4BF3ACE3CCBE}"/>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4" name="Group 3">
            <a:extLst>
              <a:ext uri="{FF2B5EF4-FFF2-40B4-BE49-F238E27FC236}">
                <a16:creationId xmlns:a16="http://schemas.microsoft.com/office/drawing/2014/main" id="{A42079F3-28F3-A50D-F675-721EB09FBF4F}"/>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9D6C013B-4010-02DE-9BCF-24E4D312859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42027791-0EFD-C4E0-1650-20F267A28329}"/>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D009EFF-444F-E79A-CD23-EB53AB0CC68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0C12B66-0873-9CF1-D093-BBAD2C19B3A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432577ED-705E-033F-3DC0-160898372EE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1199141-912B-B3E2-A624-DAA52D16489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4D8550FD-5A32-5B29-FA77-B40F49A86D0E}"/>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FC4E76E3-701C-2A97-147D-93467E60838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EC1839D-1505-35FA-53F9-C7BB30E8313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41955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8" y="640080"/>
            <a:ext cx="8398667" cy="328304"/>
          </a:xfrm>
        </p:spPr>
        <p:txBody>
          <a:bodyPr/>
          <a:lstStyle/>
          <a:p>
            <a:r>
              <a:rPr lang="en-US" dirty="0"/>
              <a:t>2 Column Simple White</a:t>
            </a:r>
          </a:p>
        </p:txBody>
      </p:sp>
      <p:sp>
        <p:nvSpPr>
          <p:cNvPr id="11" name="Text Placeholder 16">
            <a:extLst>
              <a:ext uri="{FF2B5EF4-FFF2-40B4-BE49-F238E27FC236}">
                <a16:creationId xmlns:a16="http://schemas.microsoft.com/office/drawing/2014/main" id="{11D63CA9-4912-6646-AD9B-33323FB4C2E3}"/>
              </a:ext>
            </a:extLst>
          </p:cNvPr>
          <p:cNvSpPr>
            <a:spLocks noGrp="1"/>
          </p:cNvSpPr>
          <p:nvPr>
            <p:ph type="body" sz="quarter" idx="19"/>
          </p:nvPr>
        </p:nvSpPr>
        <p:spPr>
          <a:xfrm>
            <a:off x="372667" y="1642394"/>
            <a:ext cx="4006262"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2" name="Text Placeholder 16">
            <a:extLst>
              <a:ext uri="{FF2B5EF4-FFF2-40B4-BE49-F238E27FC236}">
                <a16:creationId xmlns:a16="http://schemas.microsoft.com/office/drawing/2014/main" id="{C990A18D-4E31-A865-FAB4-D6C1FBE22331}"/>
              </a:ext>
            </a:extLst>
          </p:cNvPr>
          <p:cNvSpPr>
            <a:spLocks noGrp="1"/>
          </p:cNvSpPr>
          <p:nvPr>
            <p:ph type="body" sz="quarter" idx="20"/>
          </p:nvPr>
        </p:nvSpPr>
        <p:spPr>
          <a:xfrm>
            <a:off x="4751596" y="1642394"/>
            <a:ext cx="4013001"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4" name="Date Placeholder 13">
            <a:extLst>
              <a:ext uri="{FF2B5EF4-FFF2-40B4-BE49-F238E27FC236}">
                <a16:creationId xmlns:a16="http://schemas.microsoft.com/office/drawing/2014/main" id="{2B3EB24F-7D69-B13B-E209-3A1C8F8930A6}"/>
              </a:ext>
            </a:extLst>
          </p:cNvPr>
          <p:cNvSpPr>
            <a:spLocks noGrp="1"/>
          </p:cNvSpPr>
          <p:nvPr>
            <p:ph type="dt" sz="half" idx="21"/>
          </p:nvPr>
        </p:nvSpPr>
        <p:spPr/>
        <p:txBody>
          <a:bodyPr/>
          <a:lstStyle/>
          <a:p>
            <a:fld id="{BA2BC0C8-61F8-2C43-B448-2B3676A76AF1}" type="datetime1">
              <a:rPr lang="en-US" smtClean="0"/>
              <a:t>5/26/2026</a:t>
            </a:fld>
            <a:endParaRPr lang="en-US"/>
          </a:p>
        </p:txBody>
      </p:sp>
      <p:sp>
        <p:nvSpPr>
          <p:cNvPr id="15" name="Footer Placeholder 14">
            <a:extLst>
              <a:ext uri="{FF2B5EF4-FFF2-40B4-BE49-F238E27FC236}">
                <a16:creationId xmlns:a16="http://schemas.microsoft.com/office/drawing/2014/main" id="{E1E7FAE4-FF59-35C6-B172-9D4489155BE3}"/>
              </a:ext>
            </a:extLst>
          </p:cNvPr>
          <p:cNvSpPr>
            <a:spLocks noGrp="1"/>
          </p:cNvSpPr>
          <p:nvPr>
            <p:ph type="ftr" sz="quarter" idx="22"/>
          </p:nvPr>
        </p:nvSpPr>
        <p:spPr/>
        <p:txBody>
          <a:bodyPr/>
          <a:lstStyle/>
          <a:p>
            <a:r>
              <a:rPr lang="en-US"/>
              <a:t>Confidential</a:t>
            </a:r>
          </a:p>
        </p:txBody>
      </p:sp>
      <p:sp>
        <p:nvSpPr>
          <p:cNvPr id="16" name="Slide Number Placeholder 15">
            <a:extLst>
              <a:ext uri="{FF2B5EF4-FFF2-40B4-BE49-F238E27FC236}">
                <a16:creationId xmlns:a16="http://schemas.microsoft.com/office/drawing/2014/main" id="{94794759-082A-0A0E-1287-B69E0CA6E5BA}"/>
              </a:ext>
            </a:extLst>
          </p:cNvPr>
          <p:cNvSpPr>
            <a:spLocks noGrp="1"/>
          </p:cNvSpPr>
          <p:nvPr>
            <p:ph type="sldNum" sz="quarter" idx="23"/>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8E2240DB-C95B-1087-09FD-9E4E3B721A5F}"/>
              </a:ext>
            </a:extLst>
          </p:cNvPr>
          <p:cNvSpPr>
            <a:spLocks noGrp="1"/>
          </p:cNvSpPr>
          <p:nvPr>
            <p:ph type="body" sz="quarter" idx="13" hasCustomPrompt="1"/>
          </p:nvPr>
        </p:nvSpPr>
        <p:spPr>
          <a:xfrm>
            <a:off x="372668" y="365760"/>
            <a:ext cx="8398667"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0" name="Rectangle 9">
            <a:extLst>
              <a:ext uri="{FF2B5EF4-FFF2-40B4-BE49-F238E27FC236}">
                <a16:creationId xmlns:a16="http://schemas.microsoft.com/office/drawing/2014/main" id="{A3029384-20D5-77AC-CE81-EE2C61894FBC}"/>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7CA57733-A89F-7A2A-3544-903A7ACCA052}"/>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842A65BB-0426-570B-355B-CFE1FE35611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19D4E70F-87F5-C452-5E6E-30BF1C5F452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265FE60-B585-2EAE-20FC-4B1B77488694}"/>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7013CFB1-53AB-808F-3CC2-D52AC6CC637C}"/>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36F5790F-216C-BBA6-C305-66B6DCEEA3AF}"/>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93DF3BAA-4D32-4E14-64B6-28CF8495B66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4D68D05-449B-A692-6784-DEB16DE2BED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6656B2A-D8EF-D03D-4E45-0BE0182C63FD}"/>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22F4D98-066C-3B1B-5AA6-EE9D848E29C8}"/>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55456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Sim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8" y="640080"/>
            <a:ext cx="8398667" cy="328304"/>
          </a:xfrm>
        </p:spPr>
        <p:txBody>
          <a:bodyPr/>
          <a:lstStyle/>
          <a:p>
            <a:r>
              <a:rPr lang="en-US" dirty="0"/>
              <a:t>3 Column Simple White</a:t>
            </a:r>
          </a:p>
        </p:txBody>
      </p:sp>
      <p:sp>
        <p:nvSpPr>
          <p:cNvPr id="12" name="Text Placeholder 16">
            <a:extLst>
              <a:ext uri="{FF2B5EF4-FFF2-40B4-BE49-F238E27FC236}">
                <a16:creationId xmlns:a16="http://schemas.microsoft.com/office/drawing/2014/main" id="{F051846B-E30A-ABA7-BD4B-4810D50B9193}"/>
              </a:ext>
            </a:extLst>
          </p:cNvPr>
          <p:cNvSpPr>
            <a:spLocks noGrp="1"/>
          </p:cNvSpPr>
          <p:nvPr>
            <p:ph type="body" sz="quarter" idx="20"/>
          </p:nvPr>
        </p:nvSpPr>
        <p:spPr>
          <a:xfrm>
            <a:off x="372667" y="1642394"/>
            <a:ext cx="2544372"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3" name="Text Placeholder 16">
            <a:extLst>
              <a:ext uri="{FF2B5EF4-FFF2-40B4-BE49-F238E27FC236}">
                <a16:creationId xmlns:a16="http://schemas.microsoft.com/office/drawing/2014/main" id="{3819D41B-4A09-1199-48B2-DF591E7C89E5}"/>
              </a:ext>
            </a:extLst>
          </p:cNvPr>
          <p:cNvSpPr>
            <a:spLocks noGrp="1"/>
          </p:cNvSpPr>
          <p:nvPr>
            <p:ph type="body" sz="quarter" idx="21"/>
          </p:nvPr>
        </p:nvSpPr>
        <p:spPr>
          <a:xfrm>
            <a:off x="3305431" y="1642394"/>
            <a:ext cx="2544373"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5" name="Text Placeholder 16">
            <a:extLst>
              <a:ext uri="{FF2B5EF4-FFF2-40B4-BE49-F238E27FC236}">
                <a16:creationId xmlns:a16="http://schemas.microsoft.com/office/drawing/2014/main" id="{CF11C7E6-763E-1016-5CDE-0C12B1A2EF75}"/>
              </a:ext>
            </a:extLst>
          </p:cNvPr>
          <p:cNvSpPr>
            <a:spLocks noGrp="1"/>
          </p:cNvSpPr>
          <p:nvPr>
            <p:ph type="body" sz="quarter" idx="22"/>
          </p:nvPr>
        </p:nvSpPr>
        <p:spPr>
          <a:xfrm>
            <a:off x="6224715" y="1642394"/>
            <a:ext cx="2546618" cy="4123409"/>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7" name="Date Placeholder 16">
            <a:extLst>
              <a:ext uri="{FF2B5EF4-FFF2-40B4-BE49-F238E27FC236}">
                <a16:creationId xmlns:a16="http://schemas.microsoft.com/office/drawing/2014/main" id="{72B223EF-74C3-6419-CB3F-D0B03C6972D7}"/>
              </a:ext>
            </a:extLst>
          </p:cNvPr>
          <p:cNvSpPr>
            <a:spLocks noGrp="1"/>
          </p:cNvSpPr>
          <p:nvPr>
            <p:ph type="dt" sz="half" idx="23"/>
          </p:nvPr>
        </p:nvSpPr>
        <p:spPr/>
        <p:txBody>
          <a:bodyPr/>
          <a:lstStyle/>
          <a:p>
            <a:fld id="{BB7AFC9C-7F81-9643-8E5B-D95BB043CC75}" type="datetime1">
              <a:rPr lang="en-US" smtClean="0"/>
              <a:t>5/26/2026</a:t>
            </a:fld>
            <a:endParaRPr lang="en-US"/>
          </a:p>
        </p:txBody>
      </p:sp>
      <p:sp>
        <p:nvSpPr>
          <p:cNvPr id="19" name="Footer Placeholder 18">
            <a:extLst>
              <a:ext uri="{FF2B5EF4-FFF2-40B4-BE49-F238E27FC236}">
                <a16:creationId xmlns:a16="http://schemas.microsoft.com/office/drawing/2014/main" id="{41FC6138-3115-D783-4778-7650D77F94B4}"/>
              </a:ext>
            </a:extLst>
          </p:cNvPr>
          <p:cNvSpPr>
            <a:spLocks noGrp="1"/>
          </p:cNvSpPr>
          <p:nvPr>
            <p:ph type="ftr" sz="quarter" idx="24"/>
          </p:nvPr>
        </p:nvSpPr>
        <p:spPr/>
        <p:txBody>
          <a:bodyPr/>
          <a:lstStyle/>
          <a:p>
            <a:r>
              <a:rPr lang="en-US"/>
              <a:t>Confidential</a:t>
            </a:r>
          </a:p>
        </p:txBody>
      </p:sp>
      <p:sp>
        <p:nvSpPr>
          <p:cNvPr id="20" name="Slide Number Placeholder 19">
            <a:extLst>
              <a:ext uri="{FF2B5EF4-FFF2-40B4-BE49-F238E27FC236}">
                <a16:creationId xmlns:a16="http://schemas.microsoft.com/office/drawing/2014/main" id="{1D3D157D-9E29-CF60-9711-5896644F2694}"/>
              </a:ext>
            </a:extLst>
          </p:cNvPr>
          <p:cNvSpPr>
            <a:spLocks noGrp="1"/>
          </p:cNvSpPr>
          <p:nvPr>
            <p:ph type="sldNum" sz="quarter" idx="25"/>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EA40BDC4-D2A0-FCCD-B22F-B7B0FD39B685}"/>
              </a:ext>
            </a:extLst>
          </p:cNvPr>
          <p:cNvSpPr>
            <a:spLocks noGrp="1"/>
          </p:cNvSpPr>
          <p:nvPr>
            <p:ph type="body" sz="quarter" idx="13" hasCustomPrompt="1"/>
          </p:nvPr>
        </p:nvSpPr>
        <p:spPr>
          <a:xfrm>
            <a:off x="372668" y="365760"/>
            <a:ext cx="8398667"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0" name="Rectangle 9">
            <a:extLst>
              <a:ext uri="{FF2B5EF4-FFF2-40B4-BE49-F238E27FC236}">
                <a16:creationId xmlns:a16="http://schemas.microsoft.com/office/drawing/2014/main" id="{80836925-3B7C-E5C0-BDE3-2526653099D2}"/>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5E269B5C-D81D-4AC4-B029-5C8C52D24AC3}"/>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3CAE4410-40D7-552C-AB03-C585A5A7E574}"/>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88B3BAF8-667B-1568-24B0-6A5F327F843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63349ABC-9CAF-2744-B041-33738950A84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67D03B9-3471-1DAD-688C-1FCED56E7432}"/>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3BC10CC-0A79-0EAB-5824-A8CE5F2CBF9B}"/>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4BACB75-50C8-9ED1-238D-F932B879DEB1}"/>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89F8D4B-AE0E-BC6B-3ECC-90219AC9F881}"/>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50EDBA8-B384-C0A9-D4E7-DD063854933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1D3E576-8635-732F-F368-B6B094E7CBB1}"/>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30996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line Only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8" y="640080"/>
            <a:ext cx="8398667" cy="328304"/>
          </a:xfrm>
        </p:spPr>
        <p:txBody>
          <a:bodyPr/>
          <a:lstStyle/>
          <a:p>
            <a:r>
              <a:rPr lang="en-US" dirty="0"/>
              <a:t>Headline Only White</a:t>
            </a:r>
          </a:p>
        </p:txBody>
      </p:sp>
      <p:sp>
        <p:nvSpPr>
          <p:cNvPr id="14" name="Date Placeholder 13">
            <a:extLst>
              <a:ext uri="{FF2B5EF4-FFF2-40B4-BE49-F238E27FC236}">
                <a16:creationId xmlns:a16="http://schemas.microsoft.com/office/drawing/2014/main" id="{B990FD18-7AA3-DC2F-1D0F-23E78B032974}"/>
              </a:ext>
            </a:extLst>
          </p:cNvPr>
          <p:cNvSpPr>
            <a:spLocks noGrp="1"/>
          </p:cNvSpPr>
          <p:nvPr>
            <p:ph type="dt" sz="half" idx="14"/>
          </p:nvPr>
        </p:nvSpPr>
        <p:spPr/>
        <p:txBody>
          <a:bodyPr/>
          <a:lstStyle/>
          <a:p>
            <a:fld id="{3350E904-5743-0247-92D1-1ECEDF770D8B}" type="datetime1">
              <a:rPr lang="en-US" smtClean="0"/>
              <a:t>5/26/2026</a:t>
            </a:fld>
            <a:endParaRPr lang="en-US"/>
          </a:p>
        </p:txBody>
      </p:sp>
      <p:sp>
        <p:nvSpPr>
          <p:cNvPr id="15" name="Footer Placeholder 14">
            <a:extLst>
              <a:ext uri="{FF2B5EF4-FFF2-40B4-BE49-F238E27FC236}">
                <a16:creationId xmlns:a16="http://schemas.microsoft.com/office/drawing/2014/main" id="{3EBD80DC-2C27-5C48-305D-DFC724581BBE}"/>
              </a:ext>
            </a:extLst>
          </p:cNvPr>
          <p:cNvSpPr>
            <a:spLocks noGrp="1"/>
          </p:cNvSpPr>
          <p:nvPr>
            <p:ph type="ftr" sz="quarter" idx="15"/>
          </p:nvPr>
        </p:nvSpPr>
        <p:spPr/>
        <p:txBody>
          <a:bodyPr/>
          <a:lstStyle/>
          <a:p>
            <a:r>
              <a:rPr lang="en-US"/>
              <a:t>Confidential</a:t>
            </a:r>
          </a:p>
        </p:txBody>
      </p:sp>
      <p:sp>
        <p:nvSpPr>
          <p:cNvPr id="16" name="Slide Number Placeholder 15">
            <a:extLst>
              <a:ext uri="{FF2B5EF4-FFF2-40B4-BE49-F238E27FC236}">
                <a16:creationId xmlns:a16="http://schemas.microsoft.com/office/drawing/2014/main" id="{ABB067E5-770B-F82A-D562-83654578543A}"/>
              </a:ext>
            </a:extLst>
          </p:cNvPr>
          <p:cNvSpPr>
            <a:spLocks noGrp="1"/>
          </p:cNvSpPr>
          <p:nvPr>
            <p:ph type="sldNum" sz="quarter" idx="16"/>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C95ADB9D-29B8-E353-AD45-B4807A222196}"/>
              </a:ext>
            </a:extLst>
          </p:cNvPr>
          <p:cNvSpPr>
            <a:spLocks noGrp="1"/>
          </p:cNvSpPr>
          <p:nvPr>
            <p:ph type="body" sz="quarter" idx="13" hasCustomPrompt="1"/>
          </p:nvPr>
        </p:nvSpPr>
        <p:spPr>
          <a:xfrm>
            <a:off x="372668" y="365760"/>
            <a:ext cx="8398667"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0" name="Rectangle 9">
            <a:extLst>
              <a:ext uri="{FF2B5EF4-FFF2-40B4-BE49-F238E27FC236}">
                <a16:creationId xmlns:a16="http://schemas.microsoft.com/office/drawing/2014/main" id="{FD108853-66F1-DFE5-2763-9C5CED312ECA}"/>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60FC402B-30CD-5F65-054F-FDFC1D45E06F}"/>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942FAC4A-BE75-3472-DD3A-1DD2CFBA6E76}"/>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FC249D85-08C3-F56D-8D28-C5990B04394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B9E0D2FC-B11A-AB6C-4724-4D690900C84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8EB2121-14F1-F869-66C2-A0A091A8D914}"/>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47755C26-E57A-8B75-080D-EBD0AEF8677D}"/>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EA92D68-75BE-0E3C-2997-470CE9052CA5}"/>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7181D8F-D7E5-AAD9-9D81-96E05A6F4EEB}"/>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DBADB3F-8409-9157-0BE4-0CB40198409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6D3505D-022A-5557-19AA-F097F0480FD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422108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Photo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640080"/>
            <a:ext cx="3813048" cy="286810"/>
          </a:xfrm>
        </p:spPr>
        <p:txBody>
          <a:bodyPr>
            <a:spAutoFit/>
          </a:bodyPr>
          <a:lstStyle/>
          <a:p>
            <a:r>
              <a:rPr lang="en-US" dirty="0"/>
              <a:t>Half Page Photo White</a:t>
            </a:r>
          </a:p>
        </p:txBody>
      </p:sp>
      <p:sp>
        <p:nvSpPr>
          <p:cNvPr id="2" name="Picture Placeholder 9">
            <a:extLst>
              <a:ext uri="{FF2B5EF4-FFF2-40B4-BE49-F238E27FC236}">
                <a16:creationId xmlns:a16="http://schemas.microsoft.com/office/drawing/2014/main" id="{193080D3-9487-BE62-7242-89A8DEF37A52}"/>
              </a:ext>
            </a:extLst>
          </p:cNvPr>
          <p:cNvSpPr>
            <a:spLocks noGrp="1"/>
          </p:cNvSpPr>
          <p:nvPr>
            <p:ph type="pic" sz="quarter" idx="15"/>
          </p:nvPr>
        </p:nvSpPr>
        <p:spPr>
          <a:xfrm>
            <a:off x="4571999" y="0"/>
            <a:ext cx="4572000" cy="6802244"/>
          </a:xfrm>
          <a:prstGeom prst="rect">
            <a:avLst/>
          </a:prstGeom>
          <a:solidFill>
            <a:schemeClr val="bg1">
              <a:lumMod val="95000"/>
            </a:schemeClr>
          </a:solidFill>
        </p:spPr>
        <p:txBody>
          <a:bodyPr bIns="1005840" anchor="ctr" anchorCtr="0"/>
          <a:lstStyle>
            <a:lvl1pPr algn="ctr">
              <a:defRPr sz="1500"/>
            </a:lvl1pPr>
          </a:lstStyle>
          <a:p>
            <a:r>
              <a:rPr lang="en-US"/>
              <a:t>Click icon to add picture</a:t>
            </a:r>
            <a:endParaRPr lang="en-US" dirty="0"/>
          </a:p>
        </p:txBody>
      </p:sp>
      <p:sp>
        <p:nvSpPr>
          <p:cNvPr id="35" name="Text Placeholder 34">
            <a:extLst>
              <a:ext uri="{FF2B5EF4-FFF2-40B4-BE49-F238E27FC236}">
                <a16:creationId xmlns:a16="http://schemas.microsoft.com/office/drawing/2014/main" id="{9BC827BA-9E0A-8FE9-B0A6-D168FA1F5D4E}"/>
              </a:ext>
            </a:extLst>
          </p:cNvPr>
          <p:cNvSpPr>
            <a:spLocks noGrp="1"/>
          </p:cNvSpPr>
          <p:nvPr>
            <p:ph type="body" sz="quarter" idx="27"/>
          </p:nvPr>
        </p:nvSpPr>
        <p:spPr>
          <a:xfrm>
            <a:off x="372667" y="1642391"/>
            <a:ext cx="3813572" cy="4183734"/>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4" name="Text Placeholder 7">
            <a:extLst>
              <a:ext uri="{FF2B5EF4-FFF2-40B4-BE49-F238E27FC236}">
                <a16:creationId xmlns:a16="http://schemas.microsoft.com/office/drawing/2014/main" id="{5CDE90F1-BA32-6BB7-14BF-531E87E05CCB}"/>
              </a:ext>
            </a:extLst>
          </p:cNvPr>
          <p:cNvSpPr>
            <a:spLocks noGrp="1"/>
          </p:cNvSpPr>
          <p:nvPr>
            <p:ph type="body" sz="quarter" idx="13" hasCustomPrompt="1"/>
          </p:nvPr>
        </p:nvSpPr>
        <p:spPr>
          <a:xfrm>
            <a:off x="372667" y="365760"/>
            <a:ext cx="381304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5" name="Rectangle 4">
            <a:extLst>
              <a:ext uri="{FF2B5EF4-FFF2-40B4-BE49-F238E27FC236}">
                <a16:creationId xmlns:a16="http://schemas.microsoft.com/office/drawing/2014/main" id="{009A4027-572C-B2AC-8F5B-A5218CBA070E}"/>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6" name="Date Placeholder 5">
            <a:extLst>
              <a:ext uri="{FF2B5EF4-FFF2-40B4-BE49-F238E27FC236}">
                <a16:creationId xmlns:a16="http://schemas.microsoft.com/office/drawing/2014/main" id="{32461938-9C6B-E8AE-1B85-9235AEE57F53}"/>
              </a:ext>
            </a:extLst>
          </p:cNvPr>
          <p:cNvSpPr>
            <a:spLocks noGrp="1"/>
          </p:cNvSpPr>
          <p:nvPr>
            <p:ph type="dt" sz="half" idx="28"/>
          </p:nvPr>
        </p:nvSpPr>
        <p:spPr/>
        <p:txBody>
          <a:bodyPr/>
          <a:lstStyle/>
          <a:p>
            <a:fld id="{43E1B465-DFF5-0D4E-91C0-812E057CE3F6}" type="datetime1">
              <a:rPr lang="en-US" smtClean="0"/>
              <a:t>5/26/2026</a:t>
            </a:fld>
            <a:endParaRPr lang="en-US"/>
          </a:p>
        </p:txBody>
      </p:sp>
      <p:sp>
        <p:nvSpPr>
          <p:cNvPr id="7" name="Footer Placeholder 6">
            <a:extLst>
              <a:ext uri="{FF2B5EF4-FFF2-40B4-BE49-F238E27FC236}">
                <a16:creationId xmlns:a16="http://schemas.microsoft.com/office/drawing/2014/main" id="{ADD92087-6B37-85BA-69F9-6D7DAA869056}"/>
              </a:ext>
            </a:extLst>
          </p:cNvPr>
          <p:cNvSpPr>
            <a:spLocks noGrp="1"/>
          </p:cNvSpPr>
          <p:nvPr>
            <p:ph type="ftr" sz="quarter" idx="29"/>
          </p:nvPr>
        </p:nvSpPr>
        <p:spPr>
          <a:xfrm>
            <a:off x="1006042" y="6384902"/>
            <a:ext cx="3179673" cy="151007"/>
          </a:xfrm>
        </p:spPr>
        <p:txBody>
          <a:bodyPr/>
          <a:lstStyle/>
          <a:p>
            <a:r>
              <a:rPr lang="en-US"/>
              <a:t>Confidential</a:t>
            </a:r>
          </a:p>
        </p:txBody>
      </p:sp>
      <p:sp>
        <p:nvSpPr>
          <p:cNvPr id="8" name="Slide Number Placeholder 7">
            <a:extLst>
              <a:ext uri="{FF2B5EF4-FFF2-40B4-BE49-F238E27FC236}">
                <a16:creationId xmlns:a16="http://schemas.microsoft.com/office/drawing/2014/main" id="{E04AAC05-A8F8-F6E2-3AAE-EB503DA621E4}"/>
              </a:ext>
            </a:extLst>
          </p:cNvPr>
          <p:cNvSpPr>
            <a:spLocks noGrp="1"/>
          </p:cNvSpPr>
          <p:nvPr>
            <p:ph type="sldNum" sz="quarter" idx="30"/>
          </p:nvPr>
        </p:nvSpPr>
        <p:spPr/>
        <p:txBody>
          <a:bodyPr/>
          <a:lstStyle/>
          <a:p>
            <a:fld id="{A82C3BC0-3EBF-3C4C-A3D8-795624EBC6AA}" type="slidenum">
              <a:rPr lang="en-US" smtClean="0"/>
              <a:pPr/>
              <a:t>‹#›</a:t>
            </a:fld>
            <a:endParaRPr lang="en-US"/>
          </a:p>
        </p:txBody>
      </p:sp>
    </p:spTree>
    <p:extLst>
      <p:ext uri="{BB962C8B-B14F-4D97-AF65-F5344CB8AC3E}">
        <p14:creationId xmlns:p14="http://schemas.microsoft.com/office/powerpoint/2010/main" val="934551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ird Page Photo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8" y="640080"/>
            <a:ext cx="4969667" cy="286810"/>
          </a:xfrm>
        </p:spPr>
        <p:txBody>
          <a:bodyPr>
            <a:spAutoFit/>
          </a:bodyPr>
          <a:lstStyle/>
          <a:p>
            <a:r>
              <a:rPr lang="en-US" dirty="0"/>
              <a:t>Third Page Photo White</a:t>
            </a:r>
          </a:p>
        </p:txBody>
      </p:sp>
      <p:sp>
        <p:nvSpPr>
          <p:cNvPr id="2" name="Picture Placeholder 9">
            <a:extLst>
              <a:ext uri="{FF2B5EF4-FFF2-40B4-BE49-F238E27FC236}">
                <a16:creationId xmlns:a16="http://schemas.microsoft.com/office/drawing/2014/main" id="{193080D3-9487-BE62-7242-89A8DEF37A52}"/>
              </a:ext>
            </a:extLst>
          </p:cNvPr>
          <p:cNvSpPr>
            <a:spLocks noGrp="1"/>
          </p:cNvSpPr>
          <p:nvPr>
            <p:ph type="pic" sz="quarter" idx="15"/>
          </p:nvPr>
        </p:nvSpPr>
        <p:spPr>
          <a:xfrm>
            <a:off x="5715000" y="0"/>
            <a:ext cx="3429000" cy="6802244"/>
          </a:xfrm>
          <a:prstGeom prst="rect">
            <a:avLst/>
          </a:prstGeom>
          <a:solidFill>
            <a:schemeClr val="bg1">
              <a:lumMod val="95000"/>
            </a:schemeClr>
          </a:solidFill>
        </p:spPr>
        <p:txBody>
          <a:bodyPr bIns="1005840" anchor="ctr" anchorCtr="0"/>
          <a:lstStyle>
            <a:lvl1pPr algn="ctr">
              <a:defRPr sz="1500"/>
            </a:lvl1pPr>
          </a:lstStyle>
          <a:p>
            <a:r>
              <a:rPr lang="en-US"/>
              <a:t>Click icon to add picture</a:t>
            </a:r>
            <a:endParaRPr lang="en-US" dirty="0"/>
          </a:p>
        </p:txBody>
      </p:sp>
      <p:sp>
        <p:nvSpPr>
          <p:cNvPr id="24" name="Text Placeholder 23">
            <a:extLst>
              <a:ext uri="{FF2B5EF4-FFF2-40B4-BE49-F238E27FC236}">
                <a16:creationId xmlns:a16="http://schemas.microsoft.com/office/drawing/2014/main" id="{B2FE11AB-218B-8CC9-DB4E-43A1A680D51D}"/>
              </a:ext>
            </a:extLst>
          </p:cNvPr>
          <p:cNvSpPr>
            <a:spLocks noGrp="1"/>
          </p:cNvSpPr>
          <p:nvPr>
            <p:ph type="body" sz="quarter" idx="27"/>
          </p:nvPr>
        </p:nvSpPr>
        <p:spPr>
          <a:xfrm>
            <a:off x="372667" y="1642391"/>
            <a:ext cx="4969669" cy="4183734"/>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7" name="Text Placeholder 7">
            <a:extLst>
              <a:ext uri="{FF2B5EF4-FFF2-40B4-BE49-F238E27FC236}">
                <a16:creationId xmlns:a16="http://schemas.microsoft.com/office/drawing/2014/main" id="{E6B14D59-9BF9-6384-4DD3-0388F6D2812F}"/>
              </a:ext>
            </a:extLst>
          </p:cNvPr>
          <p:cNvSpPr>
            <a:spLocks noGrp="1"/>
          </p:cNvSpPr>
          <p:nvPr>
            <p:ph type="body" sz="quarter" idx="13" hasCustomPrompt="1"/>
          </p:nvPr>
        </p:nvSpPr>
        <p:spPr>
          <a:xfrm>
            <a:off x="372668" y="365760"/>
            <a:ext cx="4969667"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5" name="Rectangle 4">
            <a:extLst>
              <a:ext uri="{FF2B5EF4-FFF2-40B4-BE49-F238E27FC236}">
                <a16:creationId xmlns:a16="http://schemas.microsoft.com/office/drawing/2014/main" id="{670DB8E7-2B58-EBB2-17C5-AC2211A112B6}"/>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4" name="Date Placeholder 3">
            <a:extLst>
              <a:ext uri="{FF2B5EF4-FFF2-40B4-BE49-F238E27FC236}">
                <a16:creationId xmlns:a16="http://schemas.microsoft.com/office/drawing/2014/main" id="{E0BC8644-819B-BB8C-88F6-18DC86A239FD}"/>
              </a:ext>
            </a:extLst>
          </p:cNvPr>
          <p:cNvSpPr>
            <a:spLocks noGrp="1"/>
          </p:cNvSpPr>
          <p:nvPr>
            <p:ph type="dt" sz="half" idx="28"/>
          </p:nvPr>
        </p:nvSpPr>
        <p:spPr/>
        <p:txBody>
          <a:bodyPr/>
          <a:lstStyle/>
          <a:p>
            <a:fld id="{6636752F-1A6A-E54E-9A1E-D9BB7700C394}" type="datetime1">
              <a:rPr lang="en-US" smtClean="0"/>
              <a:t>5/26/2026</a:t>
            </a:fld>
            <a:endParaRPr lang="en-US"/>
          </a:p>
        </p:txBody>
      </p:sp>
      <p:sp>
        <p:nvSpPr>
          <p:cNvPr id="8" name="Footer Placeholder 7">
            <a:extLst>
              <a:ext uri="{FF2B5EF4-FFF2-40B4-BE49-F238E27FC236}">
                <a16:creationId xmlns:a16="http://schemas.microsoft.com/office/drawing/2014/main" id="{FABE9984-1EFF-031C-B66F-D703D96E488B}"/>
              </a:ext>
            </a:extLst>
          </p:cNvPr>
          <p:cNvSpPr>
            <a:spLocks noGrp="1"/>
          </p:cNvSpPr>
          <p:nvPr>
            <p:ph type="ftr" sz="quarter" idx="29"/>
          </p:nvPr>
        </p:nvSpPr>
        <p:spPr>
          <a:xfrm>
            <a:off x="1006042" y="6384902"/>
            <a:ext cx="4336293" cy="151007"/>
          </a:xfrm>
        </p:spPr>
        <p:txBody>
          <a:bodyPr/>
          <a:lstStyle/>
          <a:p>
            <a:r>
              <a:rPr lang="en-US"/>
              <a:t>Confidential</a:t>
            </a:r>
          </a:p>
        </p:txBody>
      </p:sp>
      <p:sp>
        <p:nvSpPr>
          <p:cNvPr id="9" name="Slide Number Placeholder 8">
            <a:extLst>
              <a:ext uri="{FF2B5EF4-FFF2-40B4-BE49-F238E27FC236}">
                <a16:creationId xmlns:a16="http://schemas.microsoft.com/office/drawing/2014/main" id="{41B41210-205B-3F68-9AD2-11BE0122BD94}"/>
              </a:ext>
            </a:extLst>
          </p:cNvPr>
          <p:cNvSpPr>
            <a:spLocks noGrp="1"/>
          </p:cNvSpPr>
          <p:nvPr>
            <p:ph type="sldNum" sz="quarter" idx="30"/>
          </p:nvPr>
        </p:nvSpPr>
        <p:spPr/>
        <p:txBody>
          <a:bodyPr/>
          <a:lstStyle/>
          <a:p>
            <a:fld id="{A82C3BC0-3EBF-3C4C-A3D8-795624EBC6AA}" type="slidenum">
              <a:rPr lang="en-US" smtClean="0"/>
              <a:pPr/>
              <a:t>‹#›</a:t>
            </a:fld>
            <a:endParaRPr lang="en-US"/>
          </a:p>
        </p:txBody>
      </p:sp>
    </p:spTree>
    <p:extLst>
      <p:ext uri="{BB962C8B-B14F-4D97-AF65-F5344CB8AC3E}">
        <p14:creationId xmlns:p14="http://schemas.microsoft.com/office/powerpoint/2010/main" val="104884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Key Point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640080"/>
            <a:ext cx="8398667" cy="328304"/>
          </a:xfrm>
        </p:spPr>
        <p:txBody>
          <a:bodyPr/>
          <a:lstStyle/>
          <a:p>
            <a:r>
              <a:rPr lang="en-US" dirty="0"/>
              <a:t>1 Key Point White</a:t>
            </a:r>
          </a:p>
        </p:txBody>
      </p:sp>
      <p:sp>
        <p:nvSpPr>
          <p:cNvPr id="18" name="Text Placeholder 17">
            <a:extLst>
              <a:ext uri="{FF2B5EF4-FFF2-40B4-BE49-F238E27FC236}">
                <a16:creationId xmlns:a16="http://schemas.microsoft.com/office/drawing/2014/main" id="{1FD0916E-286C-CB76-DEF7-8A46093EC0FF}"/>
              </a:ext>
            </a:extLst>
          </p:cNvPr>
          <p:cNvSpPr>
            <a:spLocks noGrp="1"/>
          </p:cNvSpPr>
          <p:nvPr>
            <p:ph type="body" sz="quarter" idx="14"/>
          </p:nvPr>
        </p:nvSpPr>
        <p:spPr>
          <a:xfrm>
            <a:off x="372667" y="1742181"/>
            <a:ext cx="8398667"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11" name="Date Placeholder 10">
            <a:extLst>
              <a:ext uri="{FF2B5EF4-FFF2-40B4-BE49-F238E27FC236}">
                <a16:creationId xmlns:a16="http://schemas.microsoft.com/office/drawing/2014/main" id="{FEB1B61A-6933-4B35-7F79-7D0835B3990C}"/>
              </a:ext>
            </a:extLst>
          </p:cNvPr>
          <p:cNvSpPr>
            <a:spLocks noGrp="1"/>
          </p:cNvSpPr>
          <p:nvPr>
            <p:ph type="dt" sz="half" idx="15"/>
          </p:nvPr>
        </p:nvSpPr>
        <p:spPr/>
        <p:txBody>
          <a:bodyPr/>
          <a:lstStyle/>
          <a:p>
            <a:fld id="{6FF06E51-E4DA-2849-B7B4-3E36E555C24C}" type="datetime1">
              <a:rPr lang="en-US" smtClean="0"/>
              <a:t>5/26/2026</a:t>
            </a:fld>
            <a:endParaRPr lang="en-US"/>
          </a:p>
        </p:txBody>
      </p:sp>
      <p:sp>
        <p:nvSpPr>
          <p:cNvPr id="12" name="Footer Placeholder 11">
            <a:extLst>
              <a:ext uri="{FF2B5EF4-FFF2-40B4-BE49-F238E27FC236}">
                <a16:creationId xmlns:a16="http://schemas.microsoft.com/office/drawing/2014/main" id="{A1C6EBA0-C743-82E3-0D03-D9C8ABB162D7}"/>
              </a:ext>
            </a:extLst>
          </p:cNvPr>
          <p:cNvSpPr>
            <a:spLocks noGrp="1"/>
          </p:cNvSpPr>
          <p:nvPr>
            <p:ph type="ftr" sz="quarter" idx="16"/>
          </p:nvPr>
        </p:nvSpPr>
        <p:spPr/>
        <p:txBody>
          <a:bodyPr/>
          <a:lstStyle/>
          <a:p>
            <a:r>
              <a:rPr lang="en-US"/>
              <a:t>Confidential</a:t>
            </a:r>
          </a:p>
        </p:txBody>
      </p:sp>
      <p:sp>
        <p:nvSpPr>
          <p:cNvPr id="13" name="Slide Number Placeholder 12">
            <a:extLst>
              <a:ext uri="{FF2B5EF4-FFF2-40B4-BE49-F238E27FC236}">
                <a16:creationId xmlns:a16="http://schemas.microsoft.com/office/drawing/2014/main" id="{07855046-8ABA-7642-533C-6B8D847249D7}"/>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DAD666D6-D051-4573-C338-861712C9222C}"/>
              </a:ext>
            </a:extLst>
          </p:cNvPr>
          <p:cNvSpPr>
            <a:spLocks noGrp="1"/>
          </p:cNvSpPr>
          <p:nvPr>
            <p:ph type="body" sz="quarter" idx="13" hasCustomPrompt="1"/>
          </p:nvPr>
        </p:nvSpPr>
        <p:spPr>
          <a:xfrm>
            <a:off x="372667"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0" name="Rectangle 9">
            <a:extLst>
              <a:ext uri="{FF2B5EF4-FFF2-40B4-BE49-F238E27FC236}">
                <a16:creationId xmlns:a16="http://schemas.microsoft.com/office/drawing/2014/main" id="{FDAF9977-3675-0F61-7D71-6B30FCDAFD24}"/>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4272B07E-1BFA-FFB4-F9E5-C20B565DE3CF}"/>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D3F36F09-78D5-4F8A-4966-A2218F613D91}"/>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6BC7B395-E2AC-8B14-5F20-0BC46C1CB67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62AA50C-74CA-7523-AE83-7A0DBE129C20}"/>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7435270D-1CC6-1970-F7A9-8FDA4A771BEF}"/>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67A6C05-1C10-48CD-C0AB-52F6DACA8CCE}"/>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FDFE114E-0D6E-A8FB-5FFD-73B0638AD86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E92D970-AC45-2D7C-6C6F-74075CA32F3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9DB1538C-705F-E65E-B881-1E14FE8C592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0FBFC17-3540-AFBE-EC52-494A062A353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87278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Key Points White">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1609F252-7D56-3B08-672D-BC5CB3B97735}"/>
              </a:ext>
            </a:extLst>
          </p:cNvPr>
          <p:cNvSpPr>
            <a:spLocks noGrp="1"/>
          </p:cNvSpPr>
          <p:nvPr>
            <p:ph type="body" sz="quarter" idx="19"/>
          </p:nvPr>
        </p:nvSpPr>
        <p:spPr>
          <a:xfrm>
            <a:off x="372666" y="1742181"/>
            <a:ext cx="4013002"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2 Key Points White</a:t>
            </a:r>
          </a:p>
        </p:txBody>
      </p:sp>
      <p:sp>
        <p:nvSpPr>
          <p:cNvPr id="12" name="Date Placeholder 11">
            <a:extLst>
              <a:ext uri="{FF2B5EF4-FFF2-40B4-BE49-F238E27FC236}">
                <a16:creationId xmlns:a16="http://schemas.microsoft.com/office/drawing/2014/main" id="{EE76294E-43CE-D0CD-23D0-6AD6452A16FD}"/>
              </a:ext>
            </a:extLst>
          </p:cNvPr>
          <p:cNvSpPr>
            <a:spLocks noGrp="1"/>
          </p:cNvSpPr>
          <p:nvPr>
            <p:ph type="dt" sz="half" idx="16"/>
          </p:nvPr>
        </p:nvSpPr>
        <p:spPr/>
        <p:txBody>
          <a:bodyPr/>
          <a:lstStyle/>
          <a:p>
            <a:fld id="{CFB5854D-CFE3-4D41-B087-121511EFB05B}" type="datetime1">
              <a:rPr lang="en-US" smtClean="0"/>
              <a:t>5/26/2026</a:t>
            </a:fld>
            <a:endParaRPr lang="en-US"/>
          </a:p>
        </p:txBody>
      </p:sp>
      <p:sp>
        <p:nvSpPr>
          <p:cNvPr id="13" name="Footer Placeholder 12">
            <a:extLst>
              <a:ext uri="{FF2B5EF4-FFF2-40B4-BE49-F238E27FC236}">
                <a16:creationId xmlns:a16="http://schemas.microsoft.com/office/drawing/2014/main" id="{A40749EC-82FE-93A6-4948-CA3422F6C705}"/>
              </a:ext>
            </a:extLst>
          </p:cNvPr>
          <p:cNvSpPr>
            <a:spLocks noGrp="1"/>
          </p:cNvSpPr>
          <p:nvPr>
            <p:ph type="ftr" sz="quarter" idx="17"/>
          </p:nvPr>
        </p:nvSpPr>
        <p:spPr/>
        <p:txBody>
          <a:bodyPr/>
          <a:lstStyle/>
          <a:p>
            <a:r>
              <a:rPr lang="en-US"/>
              <a:t>Confidential</a:t>
            </a:r>
          </a:p>
        </p:txBody>
      </p:sp>
      <p:sp>
        <p:nvSpPr>
          <p:cNvPr id="14" name="Slide Number Placeholder 13">
            <a:extLst>
              <a:ext uri="{FF2B5EF4-FFF2-40B4-BE49-F238E27FC236}">
                <a16:creationId xmlns:a16="http://schemas.microsoft.com/office/drawing/2014/main" id="{7AC27666-046A-96CA-A1DF-9E063F208E75}"/>
              </a:ext>
            </a:extLst>
          </p:cNvPr>
          <p:cNvSpPr>
            <a:spLocks noGrp="1"/>
          </p:cNvSpPr>
          <p:nvPr>
            <p:ph type="sldNum" sz="quarter" idx="18"/>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AF7C4E33-BD34-10A3-921E-1F8C1A1432AD}"/>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8" name="Text Placeholder 17">
            <a:extLst>
              <a:ext uri="{FF2B5EF4-FFF2-40B4-BE49-F238E27FC236}">
                <a16:creationId xmlns:a16="http://schemas.microsoft.com/office/drawing/2014/main" id="{4A0391E2-3D63-DC32-1B52-3C3940FDDA8F}"/>
              </a:ext>
            </a:extLst>
          </p:cNvPr>
          <p:cNvSpPr>
            <a:spLocks noGrp="1"/>
          </p:cNvSpPr>
          <p:nvPr>
            <p:ph type="body" sz="quarter" idx="20"/>
          </p:nvPr>
        </p:nvSpPr>
        <p:spPr>
          <a:xfrm>
            <a:off x="4758331" y="1742181"/>
            <a:ext cx="4013002"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11" name="Rectangle 10">
            <a:extLst>
              <a:ext uri="{FF2B5EF4-FFF2-40B4-BE49-F238E27FC236}">
                <a16:creationId xmlns:a16="http://schemas.microsoft.com/office/drawing/2014/main" id="{E861334F-32DC-B50A-E019-2B7187EF563F}"/>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853C17A1-655D-ACC0-EE54-9BC4D6B58679}"/>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F215E04D-0E66-7D90-8476-C883DE32104D}"/>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090C9477-1866-7F4F-1176-4B18EDFE55D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A13E0C2-5AAE-3A0F-66BD-4955C329E7FA}"/>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C886AFEB-5C10-FAE5-4756-0EBB6FDACF6F}"/>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F5F6FE3-BFCF-73DC-7B5E-68994BDE106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7E80278-3387-F8D4-6380-AA118F83D1F1}"/>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3CEECFD0-936D-C8B6-BD15-7A9F817F9E9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0587D51-6AAD-B54F-6815-AF46952ADE99}"/>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FC95B622-475D-B73C-51F0-013629B5272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93150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Key Points White">
    <p:spTree>
      <p:nvGrpSpPr>
        <p:cNvPr id="1" name=""/>
        <p:cNvGrpSpPr/>
        <p:nvPr/>
      </p:nvGrpSpPr>
      <p:grpSpPr>
        <a:xfrm>
          <a:off x="0" y="0"/>
          <a:ext cx="0" cy="0"/>
          <a:chOff x="0" y="0"/>
          <a:chExt cx="0" cy="0"/>
        </a:xfrm>
      </p:grpSpPr>
      <p:sp>
        <p:nvSpPr>
          <p:cNvPr id="6" name="Text Placeholder 17">
            <a:extLst>
              <a:ext uri="{FF2B5EF4-FFF2-40B4-BE49-F238E27FC236}">
                <a16:creationId xmlns:a16="http://schemas.microsoft.com/office/drawing/2014/main" id="{DFF2330C-9A90-0F1C-8D58-A637B51DCCBA}"/>
              </a:ext>
            </a:extLst>
          </p:cNvPr>
          <p:cNvSpPr>
            <a:spLocks noGrp="1"/>
          </p:cNvSpPr>
          <p:nvPr>
            <p:ph type="body" sz="quarter" idx="20" hasCustomPrompt="1"/>
          </p:nvPr>
        </p:nvSpPr>
        <p:spPr>
          <a:xfrm>
            <a:off x="372668" y="1742181"/>
            <a:ext cx="2539877"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3 Key Points, White</a:t>
            </a:r>
          </a:p>
        </p:txBody>
      </p:sp>
      <p:sp>
        <p:nvSpPr>
          <p:cNvPr id="13" name="Date Placeholder 12">
            <a:extLst>
              <a:ext uri="{FF2B5EF4-FFF2-40B4-BE49-F238E27FC236}">
                <a16:creationId xmlns:a16="http://schemas.microsoft.com/office/drawing/2014/main" id="{0760BACF-EF22-CF2E-2199-C9C9504363B4}"/>
              </a:ext>
            </a:extLst>
          </p:cNvPr>
          <p:cNvSpPr>
            <a:spLocks noGrp="1"/>
          </p:cNvSpPr>
          <p:nvPr>
            <p:ph type="dt" sz="half" idx="17"/>
          </p:nvPr>
        </p:nvSpPr>
        <p:spPr/>
        <p:txBody>
          <a:bodyPr/>
          <a:lstStyle/>
          <a:p>
            <a:fld id="{63E3B554-20AB-3E47-82BF-A832A9596BDB}" type="datetime1">
              <a:rPr lang="en-US" smtClean="0"/>
              <a:t>5/26/2026</a:t>
            </a:fld>
            <a:endParaRPr lang="en-US"/>
          </a:p>
        </p:txBody>
      </p:sp>
      <p:sp>
        <p:nvSpPr>
          <p:cNvPr id="14" name="Footer Placeholder 13">
            <a:extLst>
              <a:ext uri="{FF2B5EF4-FFF2-40B4-BE49-F238E27FC236}">
                <a16:creationId xmlns:a16="http://schemas.microsoft.com/office/drawing/2014/main" id="{6390868C-0465-BFEF-ACAA-45E75467B830}"/>
              </a:ext>
            </a:extLst>
          </p:cNvPr>
          <p:cNvSpPr>
            <a:spLocks noGrp="1"/>
          </p:cNvSpPr>
          <p:nvPr>
            <p:ph type="ftr" sz="quarter" idx="18"/>
          </p:nvPr>
        </p:nvSpPr>
        <p:spPr/>
        <p:txBody>
          <a:bodyPr/>
          <a:lstStyle/>
          <a:p>
            <a:r>
              <a:rPr lang="en-US"/>
              <a:t>Confidential</a:t>
            </a:r>
          </a:p>
        </p:txBody>
      </p:sp>
      <p:sp>
        <p:nvSpPr>
          <p:cNvPr id="15" name="Slide Number Placeholder 14">
            <a:extLst>
              <a:ext uri="{FF2B5EF4-FFF2-40B4-BE49-F238E27FC236}">
                <a16:creationId xmlns:a16="http://schemas.microsoft.com/office/drawing/2014/main" id="{463F450E-D359-BF42-3EBA-4DEB02FBBCD8}"/>
              </a:ext>
            </a:extLst>
          </p:cNvPr>
          <p:cNvSpPr>
            <a:spLocks noGrp="1"/>
          </p:cNvSpPr>
          <p:nvPr>
            <p:ph type="sldNum" sz="quarter" idx="19"/>
          </p:nvPr>
        </p:nvSpPr>
        <p:spPr/>
        <p:txBody>
          <a:bodyPr/>
          <a:lstStyle/>
          <a:p>
            <a:fld id="{A82C3BC0-3EBF-3C4C-A3D8-795624EBC6AA}" type="slidenum">
              <a:rPr lang="en-US" smtClean="0"/>
              <a:pPr/>
              <a:t>‹#›</a:t>
            </a:fld>
            <a:endParaRPr lang="en-US"/>
          </a:p>
        </p:txBody>
      </p:sp>
      <p:sp>
        <p:nvSpPr>
          <p:cNvPr id="4" name="Text Placeholder 7">
            <a:extLst>
              <a:ext uri="{FF2B5EF4-FFF2-40B4-BE49-F238E27FC236}">
                <a16:creationId xmlns:a16="http://schemas.microsoft.com/office/drawing/2014/main" id="{CFDE0D3D-8627-BB64-4FFD-A10A4813C3EB}"/>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8" name="Text Placeholder 17">
            <a:extLst>
              <a:ext uri="{FF2B5EF4-FFF2-40B4-BE49-F238E27FC236}">
                <a16:creationId xmlns:a16="http://schemas.microsoft.com/office/drawing/2014/main" id="{8D8827BD-C538-2DA7-2F84-A58B04713B6B}"/>
              </a:ext>
            </a:extLst>
          </p:cNvPr>
          <p:cNvSpPr>
            <a:spLocks noGrp="1"/>
          </p:cNvSpPr>
          <p:nvPr>
            <p:ph type="body" sz="quarter" idx="21" hasCustomPrompt="1"/>
          </p:nvPr>
        </p:nvSpPr>
        <p:spPr>
          <a:xfrm>
            <a:off x="3305432" y="1742181"/>
            <a:ext cx="2539877"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10" name="Text Placeholder 17">
            <a:extLst>
              <a:ext uri="{FF2B5EF4-FFF2-40B4-BE49-F238E27FC236}">
                <a16:creationId xmlns:a16="http://schemas.microsoft.com/office/drawing/2014/main" id="{D4110667-F88E-8413-96BE-35AB798AE79A}"/>
              </a:ext>
            </a:extLst>
          </p:cNvPr>
          <p:cNvSpPr>
            <a:spLocks noGrp="1"/>
          </p:cNvSpPr>
          <p:nvPr>
            <p:ph type="body" sz="quarter" idx="22" hasCustomPrompt="1"/>
          </p:nvPr>
        </p:nvSpPr>
        <p:spPr>
          <a:xfrm>
            <a:off x="6231456" y="1742181"/>
            <a:ext cx="2539877" cy="3518857"/>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12" name="Rectangle 11">
            <a:extLst>
              <a:ext uri="{FF2B5EF4-FFF2-40B4-BE49-F238E27FC236}">
                <a16:creationId xmlns:a16="http://schemas.microsoft.com/office/drawing/2014/main" id="{D4741A71-67E7-2EB5-413E-78A2204FECD5}"/>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2" name="Group 1">
            <a:extLst>
              <a:ext uri="{FF2B5EF4-FFF2-40B4-BE49-F238E27FC236}">
                <a16:creationId xmlns:a16="http://schemas.microsoft.com/office/drawing/2014/main" id="{ED00C459-462A-D2B4-86DB-AFD25A56E245}"/>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33942B17-FDD5-2AEA-BFF9-D970B2511AFF}"/>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0021346F-CA9D-4102-CCED-F0C1CCF5DFF1}"/>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382A500-DF3E-CEB5-310B-56C73F74C71D}"/>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1CCF5FE-B594-2761-AE64-94A0231AB378}"/>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E1718B23-D882-11EB-6CFC-5276B16D4C2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9DB7913-C9EE-20F5-CAB5-B7EC61E5E8D4}"/>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793BFE4-C241-60DD-0266-7A2FB327826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57649F06-B12C-6EB2-A457-F3C825C048E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FD0C389-0560-5B6E-E3AF-7A25340CA410}"/>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14257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Key Point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4 Key Points White</a:t>
            </a:r>
          </a:p>
        </p:txBody>
      </p:sp>
      <p:sp>
        <p:nvSpPr>
          <p:cNvPr id="13" name="Date Placeholder 12">
            <a:extLst>
              <a:ext uri="{FF2B5EF4-FFF2-40B4-BE49-F238E27FC236}">
                <a16:creationId xmlns:a16="http://schemas.microsoft.com/office/drawing/2014/main" id="{24CCA036-E6D8-19C4-EC06-1FF955D96C15}"/>
              </a:ext>
            </a:extLst>
          </p:cNvPr>
          <p:cNvSpPr>
            <a:spLocks noGrp="1"/>
          </p:cNvSpPr>
          <p:nvPr>
            <p:ph type="dt" sz="half" idx="18"/>
          </p:nvPr>
        </p:nvSpPr>
        <p:spPr/>
        <p:txBody>
          <a:bodyPr/>
          <a:lstStyle/>
          <a:p>
            <a:fld id="{5FD83DF8-3FFE-7645-934B-E52EC11F29C6}" type="datetime1">
              <a:rPr lang="en-US" smtClean="0"/>
              <a:t>5/26/2026</a:t>
            </a:fld>
            <a:endParaRPr lang="en-US"/>
          </a:p>
        </p:txBody>
      </p:sp>
      <p:sp>
        <p:nvSpPr>
          <p:cNvPr id="15" name="Footer Placeholder 14">
            <a:extLst>
              <a:ext uri="{FF2B5EF4-FFF2-40B4-BE49-F238E27FC236}">
                <a16:creationId xmlns:a16="http://schemas.microsoft.com/office/drawing/2014/main" id="{8DF7A9CD-BA91-8585-C332-2EB0DCC02E88}"/>
              </a:ext>
            </a:extLst>
          </p:cNvPr>
          <p:cNvSpPr>
            <a:spLocks noGrp="1"/>
          </p:cNvSpPr>
          <p:nvPr>
            <p:ph type="ftr" sz="quarter" idx="19"/>
          </p:nvPr>
        </p:nvSpPr>
        <p:spPr/>
        <p:txBody>
          <a:bodyPr/>
          <a:lstStyle/>
          <a:p>
            <a:r>
              <a:rPr lang="en-US"/>
              <a:t>Confidential</a:t>
            </a:r>
          </a:p>
        </p:txBody>
      </p:sp>
      <p:sp>
        <p:nvSpPr>
          <p:cNvPr id="16" name="Slide Number Placeholder 15">
            <a:extLst>
              <a:ext uri="{FF2B5EF4-FFF2-40B4-BE49-F238E27FC236}">
                <a16:creationId xmlns:a16="http://schemas.microsoft.com/office/drawing/2014/main" id="{94C78945-E1E7-9397-F79E-E493C7F73951}"/>
              </a:ext>
            </a:extLst>
          </p:cNvPr>
          <p:cNvSpPr>
            <a:spLocks noGrp="1"/>
          </p:cNvSpPr>
          <p:nvPr>
            <p:ph type="sldNum" sz="quarter" idx="20"/>
          </p:nvPr>
        </p:nvSpPr>
        <p:spPr/>
        <p:txBody>
          <a:bodyPr/>
          <a:lstStyle/>
          <a:p>
            <a:fld id="{A82C3BC0-3EBF-3C4C-A3D8-795624EBC6AA}" type="slidenum">
              <a:rPr lang="en-US" smtClean="0"/>
              <a:pPr/>
              <a:t>‹#›</a:t>
            </a:fld>
            <a:endParaRPr lang="en-US"/>
          </a:p>
        </p:txBody>
      </p:sp>
      <p:sp>
        <p:nvSpPr>
          <p:cNvPr id="4" name="Text Placeholder 7">
            <a:extLst>
              <a:ext uri="{FF2B5EF4-FFF2-40B4-BE49-F238E27FC236}">
                <a16:creationId xmlns:a16="http://schemas.microsoft.com/office/drawing/2014/main" id="{B6E67E47-2E0E-F625-3245-3B14ED54338A}"/>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7" name="Text Placeholder 17">
            <a:extLst>
              <a:ext uri="{FF2B5EF4-FFF2-40B4-BE49-F238E27FC236}">
                <a16:creationId xmlns:a16="http://schemas.microsoft.com/office/drawing/2014/main" id="{7BE8965D-4B08-ECBC-4440-304BACEC676A}"/>
              </a:ext>
            </a:extLst>
          </p:cNvPr>
          <p:cNvSpPr>
            <a:spLocks noGrp="1"/>
          </p:cNvSpPr>
          <p:nvPr>
            <p:ph type="body" sz="quarter" idx="25" hasCustomPrompt="1"/>
          </p:nvPr>
        </p:nvSpPr>
        <p:spPr>
          <a:xfrm>
            <a:off x="372668" y="1742181"/>
            <a:ext cx="4009005" cy="1746987"/>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19" name="Text Placeholder 17">
            <a:extLst>
              <a:ext uri="{FF2B5EF4-FFF2-40B4-BE49-F238E27FC236}">
                <a16:creationId xmlns:a16="http://schemas.microsoft.com/office/drawing/2014/main" id="{F530F69C-B6C1-9061-D7FF-D539A80B397C}"/>
              </a:ext>
            </a:extLst>
          </p:cNvPr>
          <p:cNvSpPr>
            <a:spLocks noGrp="1"/>
          </p:cNvSpPr>
          <p:nvPr>
            <p:ph type="body" sz="quarter" idx="26" hasCustomPrompt="1"/>
          </p:nvPr>
        </p:nvSpPr>
        <p:spPr>
          <a:xfrm>
            <a:off x="4762328" y="1742181"/>
            <a:ext cx="4009005" cy="1746987"/>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20" name="Text Placeholder 17">
            <a:extLst>
              <a:ext uri="{FF2B5EF4-FFF2-40B4-BE49-F238E27FC236}">
                <a16:creationId xmlns:a16="http://schemas.microsoft.com/office/drawing/2014/main" id="{8E363CE5-F479-927A-5A78-C9BDBF0525C7}"/>
              </a:ext>
            </a:extLst>
          </p:cNvPr>
          <p:cNvSpPr>
            <a:spLocks noGrp="1"/>
          </p:cNvSpPr>
          <p:nvPr>
            <p:ph type="body" sz="quarter" idx="27" hasCustomPrompt="1"/>
          </p:nvPr>
        </p:nvSpPr>
        <p:spPr>
          <a:xfrm>
            <a:off x="372668" y="4015284"/>
            <a:ext cx="4009005" cy="1746987"/>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21" name="Text Placeholder 17">
            <a:extLst>
              <a:ext uri="{FF2B5EF4-FFF2-40B4-BE49-F238E27FC236}">
                <a16:creationId xmlns:a16="http://schemas.microsoft.com/office/drawing/2014/main" id="{5A32E878-2066-0207-5FE0-00F1C58D4956}"/>
              </a:ext>
            </a:extLst>
          </p:cNvPr>
          <p:cNvSpPr>
            <a:spLocks noGrp="1"/>
          </p:cNvSpPr>
          <p:nvPr>
            <p:ph type="body" sz="quarter" idx="28" hasCustomPrompt="1"/>
          </p:nvPr>
        </p:nvSpPr>
        <p:spPr>
          <a:xfrm>
            <a:off x="4762328" y="4015284"/>
            <a:ext cx="4009005" cy="1746987"/>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dirty="0"/>
              <a:t>Click to edit text</a:t>
            </a:r>
          </a:p>
        </p:txBody>
      </p:sp>
      <p:sp>
        <p:nvSpPr>
          <p:cNvPr id="12" name="Rectangle 11">
            <a:extLst>
              <a:ext uri="{FF2B5EF4-FFF2-40B4-BE49-F238E27FC236}">
                <a16:creationId xmlns:a16="http://schemas.microsoft.com/office/drawing/2014/main" id="{2BBFE504-A8F7-D2F3-27CF-60CC1126178F}"/>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2" name="Group 1">
            <a:extLst>
              <a:ext uri="{FF2B5EF4-FFF2-40B4-BE49-F238E27FC236}">
                <a16:creationId xmlns:a16="http://schemas.microsoft.com/office/drawing/2014/main" id="{37DF6131-37AC-315D-6B63-5C561565C9AA}"/>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BB6CE9CE-4134-E997-9BC6-B23355A62F8D}"/>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BA3A0D25-C4B5-7713-E7A1-F48D7A46E0A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04A57F40-6BC1-48D3-9033-EB68799EE92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09D9ED7-233F-5403-DA18-DADC1802D20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CB5AB5D-5CBC-3DEA-AAD1-4A585A5DEF44}"/>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0E2EC89B-0543-CA37-096B-EFAA24CFD66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EF65B3C2-2C52-1CD4-0639-3027059B4216}"/>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2B90A0C-2899-4ADA-7300-C7982F1D44E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176DA64-AC82-8FEA-4C54-D42F9EE703E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88618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Key Point with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1 Key Point with Icon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372667" y="1835141"/>
            <a:ext cx="524149" cy="699380"/>
          </a:xfrm>
          <a:prstGeom prst="rect">
            <a:avLst/>
          </a:prstGeom>
          <a:noFill/>
        </p:spPr>
        <p:txBody>
          <a:bodyPr lIns="0" bIns="548640" anchor="ctr" anchorCtr="0"/>
          <a:lstStyle>
            <a:lvl1pPr algn="ctr">
              <a:defRPr sz="1050"/>
            </a:lvl1pPr>
          </a:lstStyle>
          <a:p>
            <a:r>
              <a:rPr lang="en-US" dirty="0"/>
              <a:t>Icon</a:t>
            </a:r>
          </a:p>
        </p:txBody>
      </p:sp>
      <p:sp>
        <p:nvSpPr>
          <p:cNvPr id="12" name="Date Placeholder 11">
            <a:extLst>
              <a:ext uri="{FF2B5EF4-FFF2-40B4-BE49-F238E27FC236}">
                <a16:creationId xmlns:a16="http://schemas.microsoft.com/office/drawing/2014/main" id="{3637701D-347A-BD83-6512-8A5265661A81}"/>
              </a:ext>
            </a:extLst>
          </p:cNvPr>
          <p:cNvSpPr>
            <a:spLocks noGrp="1"/>
          </p:cNvSpPr>
          <p:nvPr>
            <p:ph type="dt" sz="half" idx="16"/>
          </p:nvPr>
        </p:nvSpPr>
        <p:spPr/>
        <p:txBody>
          <a:bodyPr/>
          <a:lstStyle/>
          <a:p>
            <a:fld id="{34C16B0D-A158-C249-B270-BB999191B915}" type="datetime1">
              <a:rPr lang="en-US" smtClean="0"/>
              <a:t>5/26/2026</a:t>
            </a:fld>
            <a:endParaRPr lang="en-US"/>
          </a:p>
        </p:txBody>
      </p:sp>
      <p:sp>
        <p:nvSpPr>
          <p:cNvPr id="13" name="Footer Placeholder 12">
            <a:extLst>
              <a:ext uri="{FF2B5EF4-FFF2-40B4-BE49-F238E27FC236}">
                <a16:creationId xmlns:a16="http://schemas.microsoft.com/office/drawing/2014/main" id="{F2F07E3D-A87B-5359-AED0-917C58C168F8}"/>
              </a:ext>
            </a:extLst>
          </p:cNvPr>
          <p:cNvSpPr>
            <a:spLocks noGrp="1"/>
          </p:cNvSpPr>
          <p:nvPr>
            <p:ph type="ftr" sz="quarter" idx="17"/>
          </p:nvPr>
        </p:nvSpPr>
        <p:spPr/>
        <p:txBody>
          <a:bodyPr/>
          <a:lstStyle/>
          <a:p>
            <a:r>
              <a:rPr lang="en-US"/>
              <a:t>Confidential</a:t>
            </a:r>
          </a:p>
        </p:txBody>
      </p:sp>
      <p:sp>
        <p:nvSpPr>
          <p:cNvPr id="14" name="Slide Number Placeholder 13">
            <a:extLst>
              <a:ext uri="{FF2B5EF4-FFF2-40B4-BE49-F238E27FC236}">
                <a16:creationId xmlns:a16="http://schemas.microsoft.com/office/drawing/2014/main" id="{97693256-5EE9-3E66-01E0-511121328528}"/>
              </a:ext>
            </a:extLst>
          </p:cNvPr>
          <p:cNvSpPr>
            <a:spLocks noGrp="1"/>
          </p:cNvSpPr>
          <p:nvPr>
            <p:ph type="sldNum" sz="quarter" idx="18"/>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362042C1-3012-2D18-E75C-EF1DCEDAFF87}"/>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4" name="Text Placeholder 17">
            <a:extLst>
              <a:ext uri="{FF2B5EF4-FFF2-40B4-BE49-F238E27FC236}">
                <a16:creationId xmlns:a16="http://schemas.microsoft.com/office/drawing/2014/main" id="{1D66CFFE-2ECD-8FBF-C21D-518FBDDCB4CE}"/>
              </a:ext>
            </a:extLst>
          </p:cNvPr>
          <p:cNvSpPr>
            <a:spLocks noGrp="1"/>
          </p:cNvSpPr>
          <p:nvPr>
            <p:ph type="body" sz="quarter" idx="19"/>
          </p:nvPr>
        </p:nvSpPr>
        <p:spPr>
          <a:xfrm>
            <a:off x="372668" y="2694832"/>
            <a:ext cx="8398667"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11" name="Rectangle 10">
            <a:extLst>
              <a:ext uri="{FF2B5EF4-FFF2-40B4-BE49-F238E27FC236}">
                <a16:creationId xmlns:a16="http://schemas.microsoft.com/office/drawing/2014/main" id="{EB461D45-B271-378A-9CF3-6B07A1167B36}"/>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72D87D2C-CDCE-A601-AA62-B0BE90060636}"/>
              </a:ext>
            </a:extLst>
          </p:cNvPr>
          <p:cNvGrpSpPr/>
          <p:nvPr userDrawn="1"/>
        </p:nvGrpSpPr>
        <p:grpSpPr>
          <a:xfrm>
            <a:off x="7877516" y="6374712"/>
            <a:ext cx="892520" cy="186437"/>
            <a:chOff x="10615642" y="6334107"/>
            <a:chExt cx="1079469" cy="225489"/>
          </a:xfrm>
        </p:grpSpPr>
        <p:sp>
          <p:nvSpPr>
            <p:cNvPr id="7" name="Freeform 6">
              <a:extLst>
                <a:ext uri="{FF2B5EF4-FFF2-40B4-BE49-F238E27FC236}">
                  <a16:creationId xmlns:a16="http://schemas.microsoft.com/office/drawing/2014/main" id="{0B960C37-1A2E-5175-896E-38A63D9E81CA}"/>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56847FCB-26D5-056E-5C0C-1949301C495C}"/>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FA4C6AAA-3AF6-D417-7C4F-ABD33BD5A6A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3E8026E-17F0-ACB8-E18A-F7C53C43CB0C}"/>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389C9CE-B968-1813-281E-A368142904C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8676A69-CE32-FFA2-26F7-AA24A47461E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001E79F-7C47-409A-7663-0A5A61E2E0C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76EF7DD-397E-592C-5EB2-9E96AF87FE56}"/>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FF35B95-83F4-E55D-F3A0-02EA3127590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66061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Key Points with Icons White">
    <p:spTree>
      <p:nvGrpSpPr>
        <p:cNvPr id="1" name=""/>
        <p:cNvGrpSpPr/>
        <p:nvPr/>
      </p:nvGrpSpPr>
      <p:grpSpPr>
        <a:xfrm>
          <a:off x="0" y="0"/>
          <a:ext cx="0" cy="0"/>
          <a:chOff x="0" y="0"/>
          <a:chExt cx="0" cy="0"/>
        </a:xfrm>
      </p:grpSpPr>
      <p:sp>
        <p:nvSpPr>
          <p:cNvPr id="7" name="Text Placeholder 17">
            <a:extLst>
              <a:ext uri="{FF2B5EF4-FFF2-40B4-BE49-F238E27FC236}">
                <a16:creationId xmlns:a16="http://schemas.microsoft.com/office/drawing/2014/main" id="{0667D568-A96E-1D7F-08FC-C542D5A89ADA}"/>
              </a:ext>
            </a:extLst>
          </p:cNvPr>
          <p:cNvSpPr>
            <a:spLocks noGrp="1"/>
          </p:cNvSpPr>
          <p:nvPr>
            <p:ph type="body" sz="quarter" idx="23"/>
          </p:nvPr>
        </p:nvSpPr>
        <p:spPr>
          <a:xfrm>
            <a:off x="372666" y="2694832"/>
            <a:ext cx="4013002"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9" name="Text Placeholder 17">
            <a:extLst>
              <a:ext uri="{FF2B5EF4-FFF2-40B4-BE49-F238E27FC236}">
                <a16:creationId xmlns:a16="http://schemas.microsoft.com/office/drawing/2014/main" id="{4EC3C9CC-EE8E-7524-CB53-ED17787CD252}"/>
              </a:ext>
            </a:extLst>
          </p:cNvPr>
          <p:cNvSpPr>
            <a:spLocks noGrp="1"/>
          </p:cNvSpPr>
          <p:nvPr>
            <p:ph type="body" sz="quarter" idx="24"/>
          </p:nvPr>
        </p:nvSpPr>
        <p:spPr>
          <a:xfrm>
            <a:off x="4758331" y="2694832"/>
            <a:ext cx="4013002"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500" dirty="0"/>
            </a:lvl1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2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372667" y="1835141"/>
            <a:ext cx="524149" cy="699380"/>
          </a:xfrm>
          <a:prstGeom prst="rect">
            <a:avLst/>
          </a:prstGeom>
          <a:noFill/>
        </p:spPr>
        <p:txBody>
          <a:bodyPr lIns="0" bIns="548640" anchor="ctr" anchorCtr="0"/>
          <a:lstStyle>
            <a:lvl1pPr algn="ctr">
              <a:defRPr sz="1050"/>
            </a:lvl1pPr>
          </a:lstStyle>
          <a:p>
            <a:r>
              <a:rPr lang="en-US" dirty="0"/>
              <a:t>Icon</a:t>
            </a:r>
          </a:p>
        </p:txBody>
      </p:sp>
      <p:sp>
        <p:nvSpPr>
          <p:cNvPr id="10" name="Picture Placeholder 9">
            <a:extLst>
              <a:ext uri="{FF2B5EF4-FFF2-40B4-BE49-F238E27FC236}">
                <a16:creationId xmlns:a16="http://schemas.microsoft.com/office/drawing/2014/main" id="{68255F2F-1155-0099-1661-96288A126F8A}"/>
              </a:ext>
            </a:extLst>
          </p:cNvPr>
          <p:cNvSpPr>
            <a:spLocks noGrp="1"/>
          </p:cNvSpPr>
          <p:nvPr>
            <p:ph type="pic" sz="quarter" idx="17" hasCustomPrompt="1"/>
          </p:nvPr>
        </p:nvSpPr>
        <p:spPr>
          <a:xfrm>
            <a:off x="4758333" y="1835141"/>
            <a:ext cx="524149" cy="699380"/>
          </a:xfrm>
          <a:prstGeom prst="rect">
            <a:avLst/>
          </a:prstGeom>
          <a:noFill/>
        </p:spPr>
        <p:txBody>
          <a:bodyPr lIns="0" bIns="548640" anchor="ctr" anchorCtr="0"/>
          <a:lstStyle>
            <a:lvl1pPr algn="ctr">
              <a:defRPr sz="1050">
                <a:solidFill>
                  <a:schemeClr val="tx1"/>
                </a:solidFill>
              </a:defRPr>
            </a:lvl1pPr>
          </a:lstStyle>
          <a:p>
            <a:r>
              <a:rPr lang="en-US" dirty="0"/>
              <a:t>Icon</a:t>
            </a:r>
          </a:p>
        </p:txBody>
      </p:sp>
      <p:sp>
        <p:nvSpPr>
          <p:cNvPr id="4" name="Date Placeholder 3">
            <a:extLst>
              <a:ext uri="{FF2B5EF4-FFF2-40B4-BE49-F238E27FC236}">
                <a16:creationId xmlns:a16="http://schemas.microsoft.com/office/drawing/2014/main" id="{2619233C-9CD0-7126-FA2C-0CD817FAAA93}"/>
              </a:ext>
            </a:extLst>
          </p:cNvPr>
          <p:cNvSpPr>
            <a:spLocks noGrp="1"/>
          </p:cNvSpPr>
          <p:nvPr>
            <p:ph type="dt" sz="half" idx="18"/>
          </p:nvPr>
        </p:nvSpPr>
        <p:spPr/>
        <p:txBody>
          <a:bodyPr/>
          <a:lstStyle/>
          <a:p>
            <a:fld id="{6117CC54-8758-7942-8A24-0E3C27AAB565}" type="datetime1">
              <a:rPr lang="en-US" smtClean="0"/>
              <a:t>5/26/2026</a:t>
            </a:fld>
            <a:endParaRPr lang="en-US"/>
          </a:p>
        </p:txBody>
      </p:sp>
      <p:sp>
        <p:nvSpPr>
          <p:cNvPr id="11" name="Footer Placeholder 10">
            <a:extLst>
              <a:ext uri="{FF2B5EF4-FFF2-40B4-BE49-F238E27FC236}">
                <a16:creationId xmlns:a16="http://schemas.microsoft.com/office/drawing/2014/main" id="{4ED9635F-6D89-1494-BADF-B6F34A3C806E}"/>
              </a:ext>
            </a:extLst>
          </p:cNvPr>
          <p:cNvSpPr>
            <a:spLocks noGrp="1"/>
          </p:cNvSpPr>
          <p:nvPr>
            <p:ph type="ftr" sz="quarter" idx="19"/>
          </p:nvPr>
        </p:nvSpPr>
        <p:spPr/>
        <p:txBody>
          <a:bodyPr/>
          <a:lstStyle/>
          <a:p>
            <a:r>
              <a:rPr lang="en-US"/>
              <a:t>Confidential</a:t>
            </a:r>
          </a:p>
        </p:txBody>
      </p:sp>
      <p:sp>
        <p:nvSpPr>
          <p:cNvPr id="12" name="Slide Number Placeholder 11">
            <a:extLst>
              <a:ext uri="{FF2B5EF4-FFF2-40B4-BE49-F238E27FC236}">
                <a16:creationId xmlns:a16="http://schemas.microsoft.com/office/drawing/2014/main" id="{4DEEFB7F-7257-0BAB-3951-B1684551FE91}"/>
              </a:ext>
            </a:extLst>
          </p:cNvPr>
          <p:cNvSpPr>
            <a:spLocks noGrp="1"/>
          </p:cNvSpPr>
          <p:nvPr>
            <p:ph type="sldNum" sz="quarter" idx="20"/>
          </p:nvPr>
        </p:nvSpPr>
        <p:spPr/>
        <p:txBody>
          <a:bodyPr/>
          <a:lstStyle/>
          <a:p>
            <a:fld id="{A82C3BC0-3EBF-3C4C-A3D8-795624EBC6AA}" type="slidenum">
              <a:rPr lang="en-US" smtClean="0"/>
              <a:pPr/>
              <a:t>‹#›</a:t>
            </a:fld>
            <a:endParaRPr lang="en-US"/>
          </a:p>
        </p:txBody>
      </p:sp>
      <p:sp>
        <p:nvSpPr>
          <p:cNvPr id="6" name="Text Placeholder 7">
            <a:extLst>
              <a:ext uri="{FF2B5EF4-FFF2-40B4-BE49-F238E27FC236}">
                <a16:creationId xmlns:a16="http://schemas.microsoft.com/office/drawing/2014/main" id="{AEC68218-960C-44D9-2CEC-BBDC16480FC3}"/>
              </a:ext>
            </a:extLst>
          </p:cNvPr>
          <p:cNvSpPr>
            <a:spLocks noGrp="1"/>
          </p:cNvSpPr>
          <p:nvPr>
            <p:ph type="body" sz="quarter" idx="13" hasCustomPrompt="1"/>
          </p:nvPr>
        </p:nvSpPr>
        <p:spPr>
          <a:xfrm>
            <a:off x="372666"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2" name="Rectangle 1">
            <a:extLst>
              <a:ext uri="{FF2B5EF4-FFF2-40B4-BE49-F238E27FC236}">
                <a16:creationId xmlns:a16="http://schemas.microsoft.com/office/drawing/2014/main" id="{35DCD1DF-9C29-D856-32E3-E8D51DA256A8}"/>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0D345BC6-EC69-C1A7-10FC-021B0D6C81EC}"/>
              </a:ext>
            </a:extLst>
          </p:cNvPr>
          <p:cNvGrpSpPr/>
          <p:nvPr userDrawn="1"/>
        </p:nvGrpSpPr>
        <p:grpSpPr>
          <a:xfrm>
            <a:off x="7877516" y="6374712"/>
            <a:ext cx="892520" cy="186437"/>
            <a:chOff x="10615642" y="6334107"/>
            <a:chExt cx="1079469" cy="225489"/>
          </a:xfrm>
        </p:grpSpPr>
        <p:sp>
          <p:nvSpPr>
            <p:cNvPr id="13" name="Freeform 12">
              <a:extLst>
                <a:ext uri="{FF2B5EF4-FFF2-40B4-BE49-F238E27FC236}">
                  <a16:creationId xmlns:a16="http://schemas.microsoft.com/office/drawing/2014/main" id="{5A638812-CC63-7C83-D64E-4219E369DBDD}"/>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CE7B8A6E-FD35-B54B-B2BB-80FBE567BBD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2021EFD-1A47-32D0-1B5A-6B715817E934}"/>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13798850-D0D7-2B1A-EC81-D458958CBDC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84D84F6-34BC-E596-8DB9-1A78338E4DA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FD9017A-CCAC-E3B9-F272-64DD2BF8329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D941BCB-1CF9-A6F7-DD5E-E674D0ACC36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09EBD88-C587-FFD7-D80E-50E75B984BE6}"/>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D3C9699-DDCC-0436-4515-A0919BFD643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424003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Key Points with Icon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3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372667" y="1835141"/>
            <a:ext cx="524149" cy="699380"/>
          </a:xfrm>
          <a:prstGeom prst="rect">
            <a:avLst/>
          </a:prstGeom>
          <a:noFill/>
        </p:spPr>
        <p:txBody>
          <a:bodyPr lIns="0" bIns="548640" anchor="ctr" anchorCtr="0"/>
          <a:lstStyle>
            <a:lvl1pPr algn="ctr">
              <a:defRPr sz="1050"/>
            </a:lvl1pPr>
          </a:lstStyle>
          <a:p>
            <a:r>
              <a:rPr lang="en-US" dirty="0"/>
              <a:t>Icon</a:t>
            </a:r>
          </a:p>
        </p:txBody>
      </p:sp>
      <p:sp>
        <p:nvSpPr>
          <p:cNvPr id="20" name="Picture Placeholder 9">
            <a:extLst>
              <a:ext uri="{FF2B5EF4-FFF2-40B4-BE49-F238E27FC236}">
                <a16:creationId xmlns:a16="http://schemas.microsoft.com/office/drawing/2014/main" id="{B1C1AABC-2D29-C341-9920-2EA6F76ACD6C}"/>
              </a:ext>
            </a:extLst>
          </p:cNvPr>
          <p:cNvSpPr>
            <a:spLocks noGrp="1"/>
          </p:cNvSpPr>
          <p:nvPr>
            <p:ph type="pic" sz="quarter" idx="18" hasCustomPrompt="1"/>
          </p:nvPr>
        </p:nvSpPr>
        <p:spPr>
          <a:xfrm>
            <a:off x="3305433" y="1835141"/>
            <a:ext cx="524149" cy="699380"/>
          </a:xfrm>
          <a:prstGeom prst="rect">
            <a:avLst/>
          </a:prstGeom>
          <a:noFill/>
        </p:spPr>
        <p:txBody>
          <a:bodyPr lIns="0" bIns="548640" anchor="ctr" anchorCtr="0"/>
          <a:lstStyle>
            <a:lvl1pPr algn="ctr">
              <a:defRPr sz="1050"/>
            </a:lvl1pPr>
          </a:lstStyle>
          <a:p>
            <a:r>
              <a:rPr lang="en-US" dirty="0"/>
              <a:t>Icon</a:t>
            </a:r>
          </a:p>
        </p:txBody>
      </p:sp>
      <p:sp>
        <p:nvSpPr>
          <p:cNvPr id="21" name="Picture Placeholder 9">
            <a:extLst>
              <a:ext uri="{FF2B5EF4-FFF2-40B4-BE49-F238E27FC236}">
                <a16:creationId xmlns:a16="http://schemas.microsoft.com/office/drawing/2014/main" id="{EE6B27D9-3026-2EB3-2B20-B32605A34DBC}"/>
              </a:ext>
            </a:extLst>
          </p:cNvPr>
          <p:cNvSpPr>
            <a:spLocks noGrp="1"/>
          </p:cNvSpPr>
          <p:nvPr>
            <p:ph type="pic" sz="quarter" idx="19" hasCustomPrompt="1"/>
          </p:nvPr>
        </p:nvSpPr>
        <p:spPr>
          <a:xfrm>
            <a:off x="6238198" y="1835141"/>
            <a:ext cx="524149" cy="699380"/>
          </a:xfrm>
          <a:prstGeom prst="rect">
            <a:avLst/>
          </a:prstGeom>
          <a:noFill/>
        </p:spPr>
        <p:txBody>
          <a:bodyPr lIns="0" bIns="548640" anchor="ctr" anchorCtr="0"/>
          <a:lstStyle>
            <a:lvl1pPr algn="ctr">
              <a:defRPr sz="1050"/>
            </a:lvl1pPr>
          </a:lstStyle>
          <a:p>
            <a:r>
              <a:rPr lang="en-US" dirty="0"/>
              <a:t>Icon</a:t>
            </a:r>
          </a:p>
        </p:txBody>
      </p:sp>
      <p:sp>
        <p:nvSpPr>
          <p:cNvPr id="14" name="Date Placeholder 13">
            <a:extLst>
              <a:ext uri="{FF2B5EF4-FFF2-40B4-BE49-F238E27FC236}">
                <a16:creationId xmlns:a16="http://schemas.microsoft.com/office/drawing/2014/main" id="{B169AC82-2EDB-E126-A4A6-538F0939E45A}"/>
              </a:ext>
            </a:extLst>
          </p:cNvPr>
          <p:cNvSpPr>
            <a:spLocks noGrp="1"/>
          </p:cNvSpPr>
          <p:nvPr>
            <p:ph type="dt" sz="half" idx="20"/>
          </p:nvPr>
        </p:nvSpPr>
        <p:spPr/>
        <p:txBody>
          <a:bodyPr/>
          <a:lstStyle/>
          <a:p>
            <a:fld id="{508A5185-5CB1-1B4E-B511-6240DAEA5089}" type="datetime1">
              <a:rPr lang="en-US" smtClean="0"/>
              <a:t>5/26/2026</a:t>
            </a:fld>
            <a:endParaRPr lang="en-US"/>
          </a:p>
        </p:txBody>
      </p:sp>
      <p:sp>
        <p:nvSpPr>
          <p:cNvPr id="15" name="Footer Placeholder 14">
            <a:extLst>
              <a:ext uri="{FF2B5EF4-FFF2-40B4-BE49-F238E27FC236}">
                <a16:creationId xmlns:a16="http://schemas.microsoft.com/office/drawing/2014/main" id="{99334E3B-F888-D5E1-22A2-4CE85CC79A89}"/>
              </a:ext>
            </a:extLst>
          </p:cNvPr>
          <p:cNvSpPr>
            <a:spLocks noGrp="1"/>
          </p:cNvSpPr>
          <p:nvPr>
            <p:ph type="ftr" sz="quarter" idx="21"/>
          </p:nvPr>
        </p:nvSpPr>
        <p:spPr/>
        <p:txBody>
          <a:bodyPr/>
          <a:lstStyle/>
          <a:p>
            <a:r>
              <a:rPr lang="en-US"/>
              <a:t>Confidential</a:t>
            </a:r>
          </a:p>
        </p:txBody>
      </p:sp>
      <p:sp>
        <p:nvSpPr>
          <p:cNvPr id="16" name="Slide Number Placeholder 15">
            <a:extLst>
              <a:ext uri="{FF2B5EF4-FFF2-40B4-BE49-F238E27FC236}">
                <a16:creationId xmlns:a16="http://schemas.microsoft.com/office/drawing/2014/main" id="{43BEBDCE-B47F-2F20-3401-E1BDB6FC4655}"/>
              </a:ext>
            </a:extLst>
          </p:cNvPr>
          <p:cNvSpPr>
            <a:spLocks noGrp="1"/>
          </p:cNvSpPr>
          <p:nvPr>
            <p:ph type="sldNum" sz="quarter" idx="22"/>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18775942-F348-592E-05A6-72E86701CDEC}"/>
              </a:ext>
            </a:extLst>
          </p:cNvPr>
          <p:cNvSpPr>
            <a:spLocks noGrp="1"/>
          </p:cNvSpPr>
          <p:nvPr>
            <p:ph type="body" sz="quarter" idx="13" hasCustomPrompt="1"/>
          </p:nvPr>
        </p:nvSpPr>
        <p:spPr>
          <a:xfrm>
            <a:off x="372668" y="365760"/>
            <a:ext cx="8397953"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4" name="Text Placeholder 17">
            <a:extLst>
              <a:ext uri="{FF2B5EF4-FFF2-40B4-BE49-F238E27FC236}">
                <a16:creationId xmlns:a16="http://schemas.microsoft.com/office/drawing/2014/main" id="{58178E1B-232A-172D-BB3B-86BBF37DFBB4}"/>
              </a:ext>
            </a:extLst>
          </p:cNvPr>
          <p:cNvSpPr>
            <a:spLocks noGrp="1"/>
          </p:cNvSpPr>
          <p:nvPr>
            <p:ph type="body" sz="quarter" idx="24"/>
          </p:nvPr>
        </p:nvSpPr>
        <p:spPr>
          <a:xfrm>
            <a:off x="372668" y="2694832"/>
            <a:ext cx="2553359"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200" dirty="0"/>
            </a:lvl1pPr>
          </a:lstStyle>
          <a:p>
            <a:pPr lvl="0"/>
            <a:r>
              <a:rPr lang="en-US"/>
              <a:t>Click to edit Master text styles</a:t>
            </a:r>
          </a:p>
        </p:txBody>
      </p:sp>
      <p:sp>
        <p:nvSpPr>
          <p:cNvPr id="6" name="Text Placeholder 17">
            <a:extLst>
              <a:ext uri="{FF2B5EF4-FFF2-40B4-BE49-F238E27FC236}">
                <a16:creationId xmlns:a16="http://schemas.microsoft.com/office/drawing/2014/main" id="{91504DC8-0BE6-C583-6EDF-A728F6486560}"/>
              </a:ext>
            </a:extLst>
          </p:cNvPr>
          <p:cNvSpPr>
            <a:spLocks noGrp="1"/>
          </p:cNvSpPr>
          <p:nvPr>
            <p:ph type="body" sz="quarter" idx="25"/>
          </p:nvPr>
        </p:nvSpPr>
        <p:spPr>
          <a:xfrm>
            <a:off x="3288322" y="2694832"/>
            <a:ext cx="2553359"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200" dirty="0"/>
            </a:lvl1pPr>
          </a:lstStyle>
          <a:p>
            <a:pPr lvl="0"/>
            <a:r>
              <a:rPr lang="en-US"/>
              <a:t>Click to edit Master text styles</a:t>
            </a:r>
          </a:p>
        </p:txBody>
      </p:sp>
      <p:sp>
        <p:nvSpPr>
          <p:cNvPr id="7" name="Text Placeholder 17">
            <a:extLst>
              <a:ext uri="{FF2B5EF4-FFF2-40B4-BE49-F238E27FC236}">
                <a16:creationId xmlns:a16="http://schemas.microsoft.com/office/drawing/2014/main" id="{C9EAE405-D437-603A-6DE8-276B4619CA27}"/>
              </a:ext>
            </a:extLst>
          </p:cNvPr>
          <p:cNvSpPr>
            <a:spLocks noGrp="1"/>
          </p:cNvSpPr>
          <p:nvPr>
            <p:ph type="body" sz="quarter" idx="26"/>
          </p:nvPr>
        </p:nvSpPr>
        <p:spPr>
          <a:xfrm>
            <a:off x="6203976" y="2694832"/>
            <a:ext cx="2553359" cy="3283930"/>
          </a:xfrm>
          <a:prstGeom prst="roundRect">
            <a:avLst>
              <a:gd name="adj" fmla="val 2270"/>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a:defRPr lang="en-US" sz="1200" dirty="0"/>
            </a:lvl1pPr>
          </a:lstStyle>
          <a:p>
            <a:pPr lvl="0"/>
            <a:r>
              <a:rPr lang="en-US"/>
              <a:t>Click to edit Master text styles</a:t>
            </a:r>
          </a:p>
        </p:txBody>
      </p:sp>
      <p:sp>
        <p:nvSpPr>
          <p:cNvPr id="11" name="Rectangle 10">
            <a:extLst>
              <a:ext uri="{FF2B5EF4-FFF2-40B4-BE49-F238E27FC236}">
                <a16:creationId xmlns:a16="http://schemas.microsoft.com/office/drawing/2014/main" id="{681CBADE-5E96-5BA0-4B7E-0BF895BB9CC1}"/>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48A4BED0-4F4C-92F7-2554-66CB011F3742}"/>
              </a:ext>
            </a:extLst>
          </p:cNvPr>
          <p:cNvGrpSpPr/>
          <p:nvPr userDrawn="1"/>
        </p:nvGrpSpPr>
        <p:grpSpPr>
          <a:xfrm>
            <a:off x="7877516" y="6374712"/>
            <a:ext cx="892520" cy="186437"/>
            <a:chOff x="10615642" y="6334107"/>
            <a:chExt cx="1079469" cy="225489"/>
          </a:xfrm>
        </p:grpSpPr>
        <p:sp>
          <p:nvSpPr>
            <p:cNvPr id="10" name="Freeform 9">
              <a:extLst>
                <a:ext uri="{FF2B5EF4-FFF2-40B4-BE49-F238E27FC236}">
                  <a16:creationId xmlns:a16="http://schemas.microsoft.com/office/drawing/2014/main" id="{7B6C7695-086D-C11F-D271-B829BF325D4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C31E0DC-E8DE-AEE9-37FC-16167421834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D28508F-952D-B39F-D2BF-A361105F2332}"/>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EE440728-50C6-E5B3-A463-78ECF022CFB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B2CF6BD-E17B-557C-6FEB-24BD3E6532AF}"/>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446668C-AEA8-21B6-AE33-B2DC66742DE5}"/>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B9074EC-870B-31E4-F071-967A8410FF82}"/>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F4E6992-0431-CEC3-A27A-38744D99767A}"/>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81E68B66-C07B-6BC7-BF04-8647B454A4A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12979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Key Points with Icons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6 Key Points with Icons White</a:t>
            </a:r>
          </a:p>
        </p:txBody>
      </p:sp>
      <p:sp>
        <p:nvSpPr>
          <p:cNvPr id="8" name="Picture Placeholder 9">
            <a:extLst>
              <a:ext uri="{FF2B5EF4-FFF2-40B4-BE49-F238E27FC236}">
                <a16:creationId xmlns:a16="http://schemas.microsoft.com/office/drawing/2014/main" id="{C92F2F39-8775-8191-268C-44D6FC6072EA}"/>
              </a:ext>
            </a:extLst>
          </p:cNvPr>
          <p:cNvSpPr>
            <a:spLocks noGrp="1"/>
          </p:cNvSpPr>
          <p:nvPr>
            <p:ph type="pic" sz="quarter" idx="15" hasCustomPrompt="1"/>
          </p:nvPr>
        </p:nvSpPr>
        <p:spPr>
          <a:xfrm>
            <a:off x="372667" y="1835141"/>
            <a:ext cx="524149" cy="699380"/>
          </a:xfrm>
          <a:prstGeom prst="rect">
            <a:avLst/>
          </a:prstGeom>
          <a:noFill/>
        </p:spPr>
        <p:txBody>
          <a:bodyPr lIns="0" bIns="548640" anchor="ctr" anchorCtr="0"/>
          <a:lstStyle>
            <a:lvl1pPr algn="ctr">
              <a:defRPr sz="1050"/>
            </a:lvl1pPr>
          </a:lstStyle>
          <a:p>
            <a:r>
              <a:rPr lang="en-US" dirty="0"/>
              <a:t>Icon</a:t>
            </a:r>
          </a:p>
        </p:txBody>
      </p:sp>
      <p:sp>
        <p:nvSpPr>
          <p:cNvPr id="20" name="Picture Placeholder 9">
            <a:extLst>
              <a:ext uri="{FF2B5EF4-FFF2-40B4-BE49-F238E27FC236}">
                <a16:creationId xmlns:a16="http://schemas.microsoft.com/office/drawing/2014/main" id="{B1C1AABC-2D29-C341-9920-2EA6F76ACD6C}"/>
              </a:ext>
            </a:extLst>
          </p:cNvPr>
          <p:cNvSpPr>
            <a:spLocks noGrp="1"/>
          </p:cNvSpPr>
          <p:nvPr>
            <p:ph type="pic" sz="quarter" idx="18" hasCustomPrompt="1"/>
          </p:nvPr>
        </p:nvSpPr>
        <p:spPr>
          <a:xfrm>
            <a:off x="3305433" y="1835141"/>
            <a:ext cx="524149" cy="699380"/>
          </a:xfrm>
          <a:prstGeom prst="rect">
            <a:avLst/>
          </a:prstGeom>
          <a:noFill/>
        </p:spPr>
        <p:txBody>
          <a:bodyPr lIns="0" bIns="548640" anchor="ctr" anchorCtr="0"/>
          <a:lstStyle>
            <a:lvl1pPr algn="ctr">
              <a:defRPr sz="1050"/>
            </a:lvl1pPr>
          </a:lstStyle>
          <a:p>
            <a:r>
              <a:rPr lang="en-US" dirty="0"/>
              <a:t>Icon</a:t>
            </a:r>
          </a:p>
        </p:txBody>
      </p:sp>
      <p:sp>
        <p:nvSpPr>
          <p:cNvPr id="21" name="Picture Placeholder 9">
            <a:extLst>
              <a:ext uri="{FF2B5EF4-FFF2-40B4-BE49-F238E27FC236}">
                <a16:creationId xmlns:a16="http://schemas.microsoft.com/office/drawing/2014/main" id="{EE6B27D9-3026-2EB3-2B20-B32605A34DBC}"/>
              </a:ext>
            </a:extLst>
          </p:cNvPr>
          <p:cNvSpPr>
            <a:spLocks noGrp="1"/>
          </p:cNvSpPr>
          <p:nvPr>
            <p:ph type="pic" sz="quarter" idx="19" hasCustomPrompt="1"/>
          </p:nvPr>
        </p:nvSpPr>
        <p:spPr>
          <a:xfrm>
            <a:off x="6224716" y="1835141"/>
            <a:ext cx="524149" cy="699380"/>
          </a:xfrm>
          <a:prstGeom prst="rect">
            <a:avLst/>
          </a:prstGeom>
          <a:noFill/>
        </p:spPr>
        <p:txBody>
          <a:bodyPr lIns="0" bIns="548640" anchor="ctr" anchorCtr="0"/>
          <a:lstStyle>
            <a:lvl1pPr algn="ctr">
              <a:defRPr sz="1050"/>
            </a:lvl1pPr>
          </a:lstStyle>
          <a:p>
            <a:r>
              <a:rPr lang="en-US" dirty="0"/>
              <a:t>Icon</a:t>
            </a:r>
          </a:p>
        </p:txBody>
      </p:sp>
      <p:sp>
        <p:nvSpPr>
          <p:cNvPr id="4" name="Picture Placeholder 9">
            <a:extLst>
              <a:ext uri="{FF2B5EF4-FFF2-40B4-BE49-F238E27FC236}">
                <a16:creationId xmlns:a16="http://schemas.microsoft.com/office/drawing/2014/main" id="{31205675-C202-1054-AEAB-D63EF0B203AF}"/>
              </a:ext>
            </a:extLst>
          </p:cNvPr>
          <p:cNvSpPr>
            <a:spLocks noGrp="1"/>
          </p:cNvSpPr>
          <p:nvPr>
            <p:ph type="pic" sz="quarter" idx="24" hasCustomPrompt="1"/>
          </p:nvPr>
        </p:nvSpPr>
        <p:spPr>
          <a:xfrm>
            <a:off x="372667" y="4128636"/>
            <a:ext cx="524149" cy="699380"/>
          </a:xfrm>
          <a:prstGeom prst="rect">
            <a:avLst/>
          </a:prstGeom>
          <a:noFill/>
        </p:spPr>
        <p:txBody>
          <a:bodyPr lIns="0" bIns="548640" anchor="ctr" anchorCtr="0"/>
          <a:lstStyle>
            <a:lvl1pPr algn="ctr">
              <a:defRPr sz="1050"/>
            </a:lvl1pPr>
          </a:lstStyle>
          <a:p>
            <a:r>
              <a:rPr lang="en-US" dirty="0"/>
              <a:t>Icon</a:t>
            </a:r>
          </a:p>
        </p:txBody>
      </p:sp>
      <p:sp>
        <p:nvSpPr>
          <p:cNvPr id="14" name="Picture Placeholder 9">
            <a:extLst>
              <a:ext uri="{FF2B5EF4-FFF2-40B4-BE49-F238E27FC236}">
                <a16:creationId xmlns:a16="http://schemas.microsoft.com/office/drawing/2014/main" id="{3048E891-215A-94BF-9750-F4B331185FE8}"/>
              </a:ext>
            </a:extLst>
          </p:cNvPr>
          <p:cNvSpPr>
            <a:spLocks noGrp="1"/>
          </p:cNvSpPr>
          <p:nvPr>
            <p:ph type="pic" sz="quarter" idx="27" hasCustomPrompt="1"/>
          </p:nvPr>
        </p:nvSpPr>
        <p:spPr>
          <a:xfrm>
            <a:off x="3305433" y="4128636"/>
            <a:ext cx="524149" cy="699380"/>
          </a:xfrm>
          <a:prstGeom prst="rect">
            <a:avLst/>
          </a:prstGeom>
          <a:noFill/>
        </p:spPr>
        <p:txBody>
          <a:bodyPr lIns="0" bIns="548640" anchor="ctr" anchorCtr="0"/>
          <a:lstStyle>
            <a:lvl1pPr algn="ctr">
              <a:defRPr sz="1050"/>
            </a:lvl1pPr>
          </a:lstStyle>
          <a:p>
            <a:r>
              <a:rPr lang="en-US" dirty="0"/>
              <a:t>Icon</a:t>
            </a:r>
          </a:p>
        </p:txBody>
      </p:sp>
      <p:sp>
        <p:nvSpPr>
          <p:cNvPr id="15" name="Picture Placeholder 9">
            <a:extLst>
              <a:ext uri="{FF2B5EF4-FFF2-40B4-BE49-F238E27FC236}">
                <a16:creationId xmlns:a16="http://schemas.microsoft.com/office/drawing/2014/main" id="{8DFD8775-6AAA-4C94-90B3-6D8EEEB7B65A}"/>
              </a:ext>
            </a:extLst>
          </p:cNvPr>
          <p:cNvSpPr>
            <a:spLocks noGrp="1"/>
          </p:cNvSpPr>
          <p:nvPr>
            <p:ph type="pic" sz="quarter" idx="28" hasCustomPrompt="1"/>
          </p:nvPr>
        </p:nvSpPr>
        <p:spPr>
          <a:xfrm>
            <a:off x="6224716" y="4128636"/>
            <a:ext cx="524149" cy="699380"/>
          </a:xfrm>
          <a:prstGeom prst="rect">
            <a:avLst/>
          </a:prstGeom>
          <a:noFill/>
        </p:spPr>
        <p:txBody>
          <a:bodyPr lIns="0" bIns="548640" anchor="ctr" anchorCtr="0"/>
          <a:lstStyle>
            <a:lvl1pPr algn="ctr">
              <a:defRPr sz="1050"/>
            </a:lvl1pPr>
          </a:lstStyle>
          <a:p>
            <a:r>
              <a:rPr lang="en-US" dirty="0"/>
              <a:t>Icon</a:t>
            </a:r>
          </a:p>
        </p:txBody>
      </p:sp>
      <p:sp>
        <p:nvSpPr>
          <p:cNvPr id="23" name="Date Placeholder 22">
            <a:extLst>
              <a:ext uri="{FF2B5EF4-FFF2-40B4-BE49-F238E27FC236}">
                <a16:creationId xmlns:a16="http://schemas.microsoft.com/office/drawing/2014/main" id="{D119B898-2B0A-1586-B49A-A8F471926018}"/>
              </a:ext>
            </a:extLst>
          </p:cNvPr>
          <p:cNvSpPr>
            <a:spLocks noGrp="1"/>
          </p:cNvSpPr>
          <p:nvPr>
            <p:ph type="dt" sz="half" idx="29"/>
          </p:nvPr>
        </p:nvSpPr>
        <p:spPr/>
        <p:txBody>
          <a:bodyPr/>
          <a:lstStyle/>
          <a:p>
            <a:fld id="{9DEB25DA-7D2B-1647-AFB4-3C6BA9B0739C}" type="datetime1">
              <a:rPr lang="en-US" smtClean="0"/>
              <a:t>5/26/2026</a:t>
            </a:fld>
            <a:endParaRPr lang="en-US"/>
          </a:p>
        </p:txBody>
      </p:sp>
      <p:sp>
        <p:nvSpPr>
          <p:cNvPr id="24" name="Footer Placeholder 23">
            <a:extLst>
              <a:ext uri="{FF2B5EF4-FFF2-40B4-BE49-F238E27FC236}">
                <a16:creationId xmlns:a16="http://schemas.microsoft.com/office/drawing/2014/main" id="{5A794802-90B5-7D9C-6E3D-9EB1FF5B23B4}"/>
              </a:ext>
            </a:extLst>
          </p:cNvPr>
          <p:cNvSpPr>
            <a:spLocks noGrp="1"/>
          </p:cNvSpPr>
          <p:nvPr>
            <p:ph type="ftr" sz="quarter" idx="30"/>
          </p:nvPr>
        </p:nvSpPr>
        <p:spPr/>
        <p:txBody>
          <a:bodyPr/>
          <a:lstStyle/>
          <a:p>
            <a:r>
              <a:rPr lang="en-US"/>
              <a:t>Confidential</a:t>
            </a:r>
          </a:p>
        </p:txBody>
      </p:sp>
      <p:sp>
        <p:nvSpPr>
          <p:cNvPr id="25" name="Slide Number Placeholder 24">
            <a:extLst>
              <a:ext uri="{FF2B5EF4-FFF2-40B4-BE49-F238E27FC236}">
                <a16:creationId xmlns:a16="http://schemas.microsoft.com/office/drawing/2014/main" id="{C63BED1D-9B3E-AD73-2BB1-4D67D74566E1}"/>
              </a:ext>
            </a:extLst>
          </p:cNvPr>
          <p:cNvSpPr>
            <a:spLocks noGrp="1"/>
          </p:cNvSpPr>
          <p:nvPr>
            <p:ph type="sldNum" sz="quarter" idx="31"/>
          </p:nvPr>
        </p:nvSpPr>
        <p:spPr/>
        <p:txBody>
          <a:bodyPr/>
          <a:lstStyle/>
          <a:p>
            <a:fld id="{A82C3BC0-3EBF-3C4C-A3D8-795624EBC6AA}" type="slidenum">
              <a:rPr lang="en-US" smtClean="0"/>
              <a:pPr/>
              <a:t>‹#›</a:t>
            </a:fld>
            <a:endParaRPr lang="en-US"/>
          </a:p>
        </p:txBody>
      </p:sp>
      <p:sp>
        <p:nvSpPr>
          <p:cNvPr id="2" name="Text Placeholder 7">
            <a:extLst>
              <a:ext uri="{FF2B5EF4-FFF2-40B4-BE49-F238E27FC236}">
                <a16:creationId xmlns:a16="http://schemas.microsoft.com/office/drawing/2014/main" id="{536D29D4-7B8E-2DE1-FFE8-0708E9F3C270}"/>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6" name="Text Placeholder 17">
            <a:extLst>
              <a:ext uri="{FF2B5EF4-FFF2-40B4-BE49-F238E27FC236}">
                <a16:creationId xmlns:a16="http://schemas.microsoft.com/office/drawing/2014/main" id="{AD27A3CF-D39A-7033-4B7E-4F8A9A2B7F20}"/>
              </a:ext>
            </a:extLst>
          </p:cNvPr>
          <p:cNvSpPr>
            <a:spLocks noGrp="1"/>
          </p:cNvSpPr>
          <p:nvPr>
            <p:ph type="body" sz="quarter" idx="38" hasCustomPrompt="1"/>
          </p:nvPr>
        </p:nvSpPr>
        <p:spPr>
          <a:xfrm>
            <a:off x="372668" y="2694832"/>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19" name="Text Placeholder 17">
            <a:extLst>
              <a:ext uri="{FF2B5EF4-FFF2-40B4-BE49-F238E27FC236}">
                <a16:creationId xmlns:a16="http://schemas.microsoft.com/office/drawing/2014/main" id="{A0BC4C5C-F07F-29A0-C45A-95A5EBBF0887}"/>
              </a:ext>
            </a:extLst>
          </p:cNvPr>
          <p:cNvSpPr>
            <a:spLocks noGrp="1"/>
          </p:cNvSpPr>
          <p:nvPr>
            <p:ph type="body" sz="quarter" idx="44" hasCustomPrompt="1"/>
          </p:nvPr>
        </p:nvSpPr>
        <p:spPr>
          <a:xfrm>
            <a:off x="3288323" y="2694832"/>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26" name="Text Placeholder 17">
            <a:extLst>
              <a:ext uri="{FF2B5EF4-FFF2-40B4-BE49-F238E27FC236}">
                <a16:creationId xmlns:a16="http://schemas.microsoft.com/office/drawing/2014/main" id="{EEE64D3E-323A-5FA3-0B56-63A82AB57A01}"/>
              </a:ext>
            </a:extLst>
          </p:cNvPr>
          <p:cNvSpPr>
            <a:spLocks noGrp="1"/>
          </p:cNvSpPr>
          <p:nvPr>
            <p:ph type="body" sz="quarter" idx="45" hasCustomPrompt="1"/>
          </p:nvPr>
        </p:nvSpPr>
        <p:spPr>
          <a:xfrm>
            <a:off x="6224716" y="2694832"/>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34" name="Text Placeholder 17">
            <a:extLst>
              <a:ext uri="{FF2B5EF4-FFF2-40B4-BE49-F238E27FC236}">
                <a16:creationId xmlns:a16="http://schemas.microsoft.com/office/drawing/2014/main" id="{F8F1636C-6E52-1E46-80B2-DFF22720D306}"/>
              </a:ext>
            </a:extLst>
          </p:cNvPr>
          <p:cNvSpPr>
            <a:spLocks noGrp="1"/>
          </p:cNvSpPr>
          <p:nvPr>
            <p:ph type="body" sz="quarter" idx="46" hasCustomPrompt="1"/>
          </p:nvPr>
        </p:nvSpPr>
        <p:spPr>
          <a:xfrm>
            <a:off x="372668" y="4988173"/>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35" name="Text Placeholder 17">
            <a:extLst>
              <a:ext uri="{FF2B5EF4-FFF2-40B4-BE49-F238E27FC236}">
                <a16:creationId xmlns:a16="http://schemas.microsoft.com/office/drawing/2014/main" id="{BEE7E35A-B42C-5F6B-786D-23CBAE37B33B}"/>
              </a:ext>
            </a:extLst>
          </p:cNvPr>
          <p:cNvSpPr>
            <a:spLocks noGrp="1"/>
          </p:cNvSpPr>
          <p:nvPr>
            <p:ph type="body" sz="quarter" idx="47" hasCustomPrompt="1"/>
          </p:nvPr>
        </p:nvSpPr>
        <p:spPr>
          <a:xfrm>
            <a:off x="3288323" y="4988173"/>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36" name="Text Placeholder 17">
            <a:extLst>
              <a:ext uri="{FF2B5EF4-FFF2-40B4-BE49-F238E27FC236}">
                <a16:creationId xmlns:a16="http://schemas.microsoft.com/office/drawing/2014/main" id="{356DE6B1-4647-F0DB-5703-4F56C7745F8C}"/>
              </a:ext>
            </a:extLst>
          </p:cNvPr>
          <p:cNvSpPr>
            <a:spLocks noGrp="1"/>
          </p:cNvSpPr>
          <p:nvPr>
            <p:ph type="body" sz="quarter" idx="48" hasCustomPrompt="1"/>
          </p:nvPr>
        </p:nvSpPr>
        <p:spPr>
          <a:xfrm>
            <a:off x="6224716" y="4988173"/>
            <a:ext cx="2553359" cy="1133994"/>
          </a:xfrm>
          <a:prstGeom prst="roundRect">
            <a:avLst>
              <a:gd name="adj" fmla="val 6470"/>
            </a:avLst>
          </a:prstGeom>
          <a:solidFill>
            <a:schemeClr val="bg1">
              <a:lumMod val="95000"/>
            </a:schemeClr>
          </a:solidFill>
          <a:ln w="12700">
            <a:gradFill>
              <a:gsLst>
                <a:gs pos="0">
                  <a:schemeClr val="accent2"/>
                </a:gs>
                <a:gs pos="100000">
                  <a:schemeClr val="accent3"/>
                </a:gs>
              </a:gsLst>
              <a:lin ang="0" scaled="0"/>
            </a:gradFill>
          </a:ln>
        </p:spPr>
        <p:txBody>
          <a:bodyPr vert="horz" lIns="91440" tIns="91440" rIns="91440" bIns="0" rtlCol="0">
            <a:noAutofit/>
          </a:bodyPr>
          <a:lstStyle>
            <a:lvl1pPr>
              <a:lnSpc>
                <a:spcPct val="100000"/>
              </a:lnSpc>
              <a:defRPr lang="en-US" sz="1200" dirty="0"/>
            </a:lvl1pPr>
          </a:lstStyle>
          <a:p>
            <a:pPr lvl="0"/>
            <a:r>
              <a:rPr lang="en-US" dirty="0"/>
              <a:t>Click to edit text</a:t>
            </a:r>
          </a:p>
        </p:txBody>
      </p:sp>
      <p:sp>
        <p:nvSpPr>
          <p:cNvPr id="22" name="Rectangle 21">
            <a:extLst>
              <a:ext uri="{FF2B5EF4-FFF2-40B4-BE49-F238E27FC236}">
                <a16:creationId xmlns:a16="http://schemas.microsoft.com/office/drawing/2014/main" id="{CB7F05E3-186A-2E4F-6F46-2C30757B1C01}"/>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5" name="Group 4">
            <a:extLst>
              <a:ext uri="{FF2B5EF4-FFF2-40B4-BE49-F238E27FC236}">
                <a16:creationId xmlns:a16="http://schemas.microsoft.com/office/drawing/2014/main" id="{4B8AC0F5-7722-C02D-7807-DE1D03158543}"/>
              </a:ext>
            </a:extLst>
          </p:cNvPr>
          <p:cNvGrpSpPr/>
          <p:nvPr userDrawn="1"/>
        </p:nvGrpSpPr>
        <p:grpSpPr>
          <a:xfrm>
            <a:off x="7877516" y="6374712"/>
            <a:ext cx="892520" cy="186437"/>
            <a:chOff x="10615642" y="6334107"/>
            <a:chExt cx="1079469" cy="225489"/>
          </a:xfrm>
        </p:grpSpPr>
        <p:sp>
          <p:nvSpPr>
            <p:cNvPr id="7" name="Freeform 6">
              <a:extLst>
                <a:ext uri="{FF2B5EF4-FFF2-40B4-BE49-F238E27FC236}">
                  <a16:creationId xmlns:a16="http://schemas.microsoft.com/office/drawing/2014/main" id="{293A2AAB-BB49-7088-385F-73B36AD4A434}"/>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F8DA454-F8D3-2387-1A3F-DADECB2193C9}"/>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DA5ACD8A-C3F1-E58E-DE51-2B8833524E1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5CA3881-5A7C-10D7-7EEA-BDB5537231B8}"/>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D104817-C72B-BB24-6B8B-766A768EF07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FC41AC35-F17B-AE67-0A11-A11A64E9157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4DDF39E4-5F74-8F6E-4B12-36DBB50A1F5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E3C87D7-C749-6D9B-3E3B-902E60BF7A2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E1EF7EE-FAAA-6ECC-6523-D85C3F8F140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403079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act Gradient 1">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373008" y="1363661"/>
            <a:ext cx="7325915" cy="4351338"/>
          </a:xfrm>
          <a:prstGeom prst="rect">
            <a:avLst/>
          </a:prstGeom>
        </p:spPr>
        <p:txBody>
          <a:bodyPr anchor="b" anchorCtr="0"/>
          <a:lstStyle>
            <a:lvl1pPr marL="0" indent="0">
              <a:tabLst>
                <a:tab pos="1407284" algn="l"/>
              </a:tabLst>
              <a:defRPr sz="1050" cap="all" spc="113" baseline="0">
                <a:solidFill>
                  <a:schemeClr val="accent1"/>
                </a:solidFill>
              </a:defRPr>
            </a:lvl1pPr>
            <a:lvl2pPr marL="0" indent="0">
              <a:spcBef>
                <a:spcPts val="450"/>
              </a:spcBef>
              <a:buNone/>
              <a:defRPr lang="en-US" sz="4050" b="1" i="0" kern="1200" dirty="0">
                <a:solidFill>
                  <a:schemeClr val="accent2"/>
                </a:solidFill>
                <a:latin typeface="Spectrum Sans" panose="020B0502020503020304" pitchFamily="34" charset="0"/>
                <a:ea typeface="+mn-ea"/>
                <a:cs typeface="Spectrum Sans" panose="020B0502020503020304" pitchFamily="34" charset="0"/>
              </a:defRPr>
            </a:lvl2pPr>
          </a:lstStyle>
          <a:p>
            <a:pPr lvl="0"/>
            <a:r>
              <a:rPr lang="en-US" dirty="0"/>
              <a:t>Short paragraph A eyebrow text goes here</a:t>
            </a:r>
          </a:p>
          <a:p>
            <a:pPr marL="0" lvl="1" indent="0" algn="l" defTabSz="685783" rtl="0" eaLnBrk="1" latinLnBrk="0" hangingPunct="1">
              <a:lnSpc>
                <a:spcPct val="110000"/>
              </a:lnSpc>
              <a:spcBef>
                <a:spcPts val="450"/>
              </a:spcBef>
              <a:buFont typeface="Arial" panose="020B0604020202020204" pitchFamily="34" charset="0"/>
              <a:buNone/>
              <a:tabLst/>
            </a:pPr>
            <a:r>
              <a:rPr lang="en-US" dirty="0"/>
              <a:t>Main paragraph text</a:t>
            </a:r>
          </a:p>
        </p:txBody>
      </p:sp>
      <p:sp>
        <p:nvSpPr>
          <p:cNvPr id="2" name="Rectangle 1">
            <a:extLst>
              <a:ext uri="{FF2B5EF4-FFF2-40B4-BE49-F238E27FC236}">
                <a16:creationId xmlns:a16="http://schemas.microsoft.com/office/drawing/2014/main" id="{B505C667-957A-4B21-21DB-6DF7524107F4}"/>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4" name="Group 3">
            <a:extLst>
              <a:ext uri="{FF2B5EF4-FFF2-40B4-BE49-F238E27FC236}">
                <a16:creationId xmlns:a16="http://schemas.microsoft.com/office/drawing/2014/main" id="{F0A2B77F-8CBB-4497-EB06-502CFA179ADA}"/>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CD36E4A2-920D-4213-99E2-F6D671DA93E1}"/>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2797BBD7-533B-9B43-818A-E014701F5F6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48DE142-7F39-F5C1-D704-12DDCCBE18A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E704ABF-122A-CCA0-F74D-006D687B40D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6F1B283-8641-114E-B84C-636A49733A0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9CDE2E2A-12DD-9B1E-7570-56F3403741F5}"/>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54D3D08-AEAB-C39D-80FB-AE94DB92F5E6}"/>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C11DCC2-24C5-F472-0AB2-884C755A519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922C0523-D353-2459-BBFA-4463E979F6AA}"/>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7307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act Gradient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373008" y="1363661"/>
            <a:ext cx="7325915" cy="4351338"/>
          </a:xfrm>
          <a:prstGeom prst="rect">
            <a:avLst/>
          </a:prstGeom>
        </p:spPr>
        <p:txBody>
          <a:bodyPr anchor="b" anchorCtr="0"/>
          <a:lstStyle>
            <a:lvl1pPr marL="0" indent="0">
              <a:tabLst>
                <a:tab pos="1407284" algn="l"/>
              </a:tabLst>
              <a:defRPr sz="1050" cap="all" spc="113" baseline="0">
                <a:solidFill>
                  <a:schemeClr val="accent1"/>
                </a:solidFill>
              </a:defRPr>
            </a:lvl1pPr>
            <a:lvl2pPr marL="0" indent="0">
              <a:spcBef>
                <a:spcPts val="450"/>
              </a:spcBef>
              <a:buNone/>
              <a:defRPr lang="en-US" sz="4050" b="1" i="0" kern="1200" dirty="0">
                <a:solidFill>
                  <a:schemeClr val="accent4"/>
                </a:solidFill>
                <a:latin typeface="Spectrum Sans" panose="020B0502020503020304" pitchFamily="34" charset="0"/>
                <a:ea typeface="+mn-ea"/>
                <a:cs typeface="Spectrum Sans" panose="020B0502020503020304" pitchFamily="34" charset="0"/>
              </a:defRPr>
            </a:lvl2pPr>
          </a:lstStyle>
          <a:p>
            <a:pPr lvl="0"/>
            <a:r>
              <a:rPr lang="en-US" dirty="0"/>
              <a:t>Short paragraph A eyebrow text goes here</a:t>
            </a:r>
          </a:p>
          <a:p>
            <a:pPr marL="0" lvl="1" indent="0" algn="l" defTabSz="685783" rtl="0" eaLnBrk="1" latinLnBrk="0" hangingPunct="1">
              <a:lnSpc>
                <a:spcPct val="110000"/>
              </a:lnSpc>
              <a:spcBef>
                <a:spcPts val="450"/>
              </a:spcBef>
              <a:buFont typeface="Arial" panose="020B0604020202020204" pitchFamily="34" charset="0"/>
              <a:buNone/>
              <a:tabLst/>
            </a:pPr>
            <a:r>
              <a:rPr lang="en-US" dirty="0"/>
              <a:t>Main paragraph text</a:t>
            </a:r>
          </a:p>
        </p:txBody>
      </p:sp>
      <p:sp>
        <p:nvSpPr>
          <p:cNvPr id="2" name="Rectangle 1">
            <a:extLst>
              <a:ext uri="{FF2B5EF4-FFF2-40B4-BE49-F238E27FC236}">
                <a16:creationId xmlns:a16="http://schemas.microsoft.com/office/drawing/2014/main" id="{B76AD0F6-0619-C2F1-1F92-E297FCDA33DE}"/>
              </a:ext>
            </a:extLst>
          </p:cNvPr>
          <p:cNvSpPr/>
          <p:nvPr userDrawn="1"/>
        </p:nvSpPr>
        <p:spPr>
          <a:xfrm>
            <a:off x="0" y="6802244"/>
            <a:ext cx="9144000" cy="55756"/>
          </a:xfrm>
          <a:prstGeom prst="rect">
            <a:avLst/>
          </a:prstGeom>
          <a:gradFill>
            <a:gsLst>
              <a:gs pos="15000">
                <a:schemeClr val="accent3"/>
              </a:gs>
              <a:gs pos="85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4" name="Group 3">
            <a:extLst>
              <a:ext uri="{FF2B5EF4-FFF2-40B4-BE49-F238E27FC236}">
                <a16:creationId xmlns:a16="http://schemas.microsoft.com/office/drawing/2014/main" id="{B12F3CF4-D1D9-EA37-537C-14A2548D9F77}"/>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99E645CD-6399-4228-B106-D21E2E0F620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7F2F2398-C181-5C97-EB00-2CF0898DDB6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3C65672A-E6F0-8B6A-032D-0C33E32B202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EF986452-DA42-195A-ED84-9F0E4E5BC2D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37F5C8F-7DBA-9585-89C4-3BCBDD8EF436}"/>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FE21A15-82F0-C024-E0D1-D6F003484E6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048B3CD8-8D87-E440-83C6-C5720033ECA5}"/>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FC737CC5-3CF0-5FA2-06FA-7DD7DECF176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9D58C3A-EC24-0782-FE48-F02528D6908B}"/>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72342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dient 3">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72BB204-1733-092D-3B91-687F3D4A2ED6}"/>
              </a:ext>
            </a:extLst>
          </p:cNvPr>
          <p:cNvSpPr>
            <a:spLocks noGrp="1"/>
          </p:cNvSpPr>
          <p:nvPr>
            <p:ph type="body" sz="quarter" idx="10" hasCustomPrompt="1"/>
          </p:nvPr>
        </p:nvSpPr>
        <p:spPr>
          <a:xfrm>
            <a:off x="373008" y="1363661"/>
            <a:ext cx="7325915" cy="4351338"/>
          </a:xfrm>
          <a:prstGeom prst="rect">
            <a:avLst/>
          </a:prstGeom>
        </p:spPr>
        <p:txBody>
          <a:bodyPr anchor="b" anchorCtr="0"/>
          <a:lstStyle>
            <a:lvl1pPr marL="0" indent="0">
              <a:tabLst>
                <a:tab pos="1407284" algn="l"/>
              </a:tabLst>
              <a:defRPr sz="1050" cap="all" spc="113" baseline="0">
                <a:solidFill>
                  <a:schemeClr val="accent1"/>
                </a:solidFill>
              </a:defRPr>
            </a:lvl1pPr>
            <a:lvl2pPr marL="0" indent="0">
              <a:spcBef>
                <a:spcPts val="450"/>
              </a:spcBef>
              <a:buNone/>
              <a:defRPr lang="en-US" sz="4050" b="1" i="0" kern="1200" dirty="0">
                <a:solidFill>
                  <a:schemeClr val="accent1"/>
                </a:solidFill>
                <a:latin typeface="Spectrum Sans" panose="020B0502020503020304" pitchFamily="34" charset="0"/>
                <a:ea typeface="+mn-ea"/>
                <a:cs typeface="Spectrum Sans" panose="020B0502020503020304" pitchFamily="34" charset="0"/>
              </a:defRPr>
            </a:lvl2pPr>
          </a:lstStyle>
          <a:p>
            <a:pPr lvl="0"/>
            <a:r>
              <a:rPr lang="en-US" dirty="0"/>
              <a:t>Short paragraph A eyebrow text goes here</a:t>
            </a:r>
          </a:p>
          <a:p>
            <a:pPr marL="0" lvl="1" indent="0" algn="l" defTabSz="685783" rtl="0" eaLnBrk="1" latinLnBrk="0" hangingPunct="1">
              <a:lnSpc>
                <a:spcPct val="110000"/>
              </a:lnSpc>
              <a:spcBef>
                <a:spcPts val="450"/>
              </a:spcBef>
              <a:buFont typeface="Arial" panose="020B0604020202020204" pitchFamily="34" charset="0"/>
              <a:buNone/>
              <a:tabLst/>
            </a:pPr>
            <a:r>
              <a:rPr lang="en-US" dirty="0"/>
              <a:t>Main paragraph text</a:t>
            </a:r>
          </a:p>
        </p:txBody>
      </p:sp>
      <p:sp>
        <p:nvSpPr>
          <p:cNvPr id="2" name="Rectangle 1">
            <a:extLst>
              <a:ext uri="{FF2B5EF4-FFF2-40B4-BE49-F238E27FC236}">
                <a16:creationId xmlns:a16="http://schemas.microsoft.com/office/drawing/2014/main" id="{4F702287-988F-F6E5-AE2C-DB82617C3A7F}"/>
              </a:ext>
            </a:extLst>
          </p:cNvPr>
          <p:cNvSpPr/>
          <p:nvPr userDrawn="1"/>
        </p:nvSpPr>
        <p:spPr>
          <a:xfrm>
            <a:off x="0" y="6802244"/>
            <a:ext cx="9144000" cy="55756"/>
          </a:xfrm>
          <a:prstGeom prst="rect">
            <a:avLst/>
          </a:prstGeom>
          <a:gradFill>
            <a:gsLst>
              <a:gs pos="15000">
                <a:schemeClr val="accent6"/>
              </a:gs>
              <a:gs pos="85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grpSp>
        <p:nvGrpSpPr>
          <p:cNvPr id="4" name="Group 3">
            <a:extLst>
              <a:ext uri="{FF2B5EF4-FFF2-40B4-BE49-F238E27FC236}">
                <a16:creationId xmlns:a16="http://schemas.microsoft.com/office/drawing/2014/main" id="{E8E6BA1A-8E7E-6BB4-DD3D-CDCB77FC2F70}"/>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2EDC4947-8CB6-E366-A69D-F70533803EF2}"/>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D32E2078-9152-7C62-586F-0CD589EE92E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E841BA3B-3010-D140-63AE-C11B0611C53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7BA88434-0CCD-0584-10FF-ED90692E8CFC}"/>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F6CA3B1D-82AE-6AE6-FC12-3E86BCC2DDB7}"/>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2B953D8-B865-7A00-95B9-F84E6861CFF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793CE237-E48E-C2EF-19CC-DD62C7E273B2}"/>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A9ED76E6-93CC-46A5-8AEB-F5DA20BB1FF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B532CC3-A59E-8CD8-6C57-879A9960E496}"/>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73618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Placeholder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2660904" cy="328304"/>
          </a:xfrm>
        </p:spPr>
        <p:txBody>
          <a:bodyPr/>
          <a:lstStyle/>
          <a:p>
            <a:r>
              <a:rPr lang="en-US" dirty="0"/>
              <a:t>Chart Placeholder</a:t>
            </a:r>
          </a:p>
        </p:txBody>
      </p:sp>
      <p:sp>
        <p:nvSpPr>
          <p:cNvPr id="18" name="Text Placeholder 17">
            <a:extLst>
              <a:ext uri="{FF2B5EF4-FFF2-40B4-BE49-F238E27FC236}">
                <a16:creationId xmlns:a16="http://schemas.microsoft.com/office/drawing/2014/main" id="{1FD0916E-286C-CB76-DEF7-8A46093EC0FF}"/>
              </a:ext>
            </a:extLst>
          </p:cNvPr>
          <p:cNvSpPr>
            <a:spLocks noGrp="1"/>
          </p:cNvSpPr>
          <p:nvPr>
            <p:ph type="body" sz="quarter" idx="14"/>
          </p:nvPr>
        </p:nvSpPr>
        <p:spPr>
          <a:xfrm>
            <a:off x="372666" y="1642391"/>
            <a:ext cx="2660904" cy="4123028"/>
          </a:xfrm>
          <a:prstGeom prst="rect">
            <a:avLst/>
          </a:prstGeom>
        </p:spPr>
        <p:txBody>
          <a:bodyPr/>
          <a:lstStyle>
            <a:lvl1pPr>
              <a:defRPr sz="1200"/>
            </a:lvl1pPr>
          </a:lstStyle>
          <a:p>
            <a:pPr lvl="0"/>
            <a:r>
              <a:rPr lang="en-US"/>
              <a:t>Click to edit Master text styles</a:t>
            </a:r>
          </a:p>
        </p:txBody>
      </p:sp>
      <p:sp>
        <p:nvSpPr>
          <p:cNvPr id="6" name="Chart Placeholder 5">
            <a:extLst>
              <a:ext uri="{FF2B5EF4-FFF2-40B4-BE49-F238E27FC236}">
                <a16:creationId xmlns:a16="http://schemas.microsoft.com/office/drawing/2014/main" id="{7883C147-D9A3-0589-D852-7FE130B6635C}"/>
              </a:ext>
            </a:extLst>
          </p:cNvPr>
          <p:cNvSpPr>
            <a:spLocks noGrp="1"/>
          </p:cNvSpPr>
          <p:nvPr>
            <p:ph type="chart" sz="quarter" idx="15" hasCustomPrompt="1"/>
          </p:nvPr>
        </p:nvSpPr>
        <p:spPr>
          <a:xfrm>
            <a:off x="3406238" y="488950"/>
            <a:ext cx="5350811" cy="5276850"/>
          </a:xfrm>
          <a:prstGeom prst="rect">
            <a:avLst/>
          </a:prstGeom>
        </p:spPr>
        <p:txBody>
          <a:bodyPr bIns="1463040" anchor="ctr" anchorCtr="0"/>
          <a:lstStyle>
            <a:lvl1pPr algn="ctr">
              <a:defRPr sz="1500"/>
            </a:lvl1pPr>
          </a:lstStyle>
          <a:p>
            <a:r>
              <a:rPr lang="en-US" dirty="0"/>
              <a:t>Click here to insert chart</a:t>
            </a:r>
          </a:p>
        </p:txBody>
      </p:sp>
      <p:sp>
        <p:nvSpPr>
          <p:cNvPr id="11" name="Rectangle 10">
            <a:extLst>
              <a:ext uri="{FF2B5EF4-FFF2-40B4-BE49-F238E27FC236}">
                <a16:creationId xmlns:a16="http://schemas.microsoft.com/office/drawing/2014/main" id="{9AF068D9-F63B-93EE-C2C9-4E64116BB479}"/>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 name="Text Placeholder 7">
            <a:extLst>
              <a:ext uri="{FF2B5EF4-FFF2-40B4-BE49-F238E27FC236}">
                <a16:creationId xmlns:a16="http://schemas.microsoft.com/office/drawing/2014/main" id="{FD24A71C-0507-35AC-407D-CAF9A180F385}"/>
              </a:ext>
            </a:extLst>
          </p:cNvPr>
          <p:cNvSpPr>
            <a:spLocks noGrp="1"/>
          </p:cNvSpPr>
          <p:nvPr>
            <p:ph type="body" sz="quarter" idx="13" hasCustomPrompt="1"/>
          </p:nvPr>
        </p:nvSpPr>
        <p:spPr>
          <a:xfrm>
            <a:off x="372665" y="365760"/>
            <a:ext cx="2660904"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4" name="Date Placeholder 3">
            <a:extLst>
              <a:ext uri="{FF2B5EF4-FFF2-40B4-BE49-F238E27FC236}">
                <a16:creationId xmlns:a16="http://schemas.microsoft.com/office/drawing/2014/main" id="{0814A281-A834-FB8A-C5DD-3922E7D5D32C}"/>
              </a:ext>
            </a:extLst>
          </p:cNvPr>
          <p:cNvSpPr>
            <a:spLocks noGrp="1"/>
          </p:cNvSpPr>
          <p:nvPr>
            <p:ph type="dt" sz="half" idx="16"/>
          </p:nvPr>
        </p:nvSpPr>
        <p:spPr>
          <a:xfrm>
            <a:off x="7225163" y="6384903"/>
            <a:ext cx="514243" cy="139816"/>
          </a:xfrm>
        </p:spPr>
        <p:txBody>
          <a:bodyPr/>
          <a:lstStyle/>
          <a:p>
            <a:fld id="{8038BED2-7C9F-D240-B2D3-9634F4819918}" type="datetime1">
              <a:rPr lang="en-US" smtClean="0"/>
              <a:t>5/26/2026</a:t>
            </a:fld>
            <a:endParaRPr lang="en-US"/>
          </a:p>
        </p:txBody>
      </p:sp>
      <p:sp>
        <p:nvSpPr>
          <p:cNvPr id="5" name="Footer Placeholder 4">
            <a:extLst>
              <a:ext uri="{FF2B5EF4-FFF2-40B4-BE49-F238E27FC236}">
                <a16:creationId xmlns:a16="http://schemas.microsoft.com/office/drawing/2014/main" id="{F6833B42-397F-5696-1FD4-ECFE2EBFA985}"/>
              </a:ext>
            </a:extLst>
          </p:cNvPr>
          <p:cNvSpPr>
            <a:spLocks noGrp="1"/>
          </p:cNvSpPr>
          <p:nvPr>
            <p:ph type="ftr" sz="quarter" idx="17"/>
          </p:nvPr>
        </p:nvSpPr>
        <p:spPr>
          <a:xfrm>
            <a:off x="1006042" y="6384903"/>
            <a:ext cx="6106857" cy="139816"/>
          </a:xfrm>
        </p:spPr>
        <p:txBody>
          <a:bodyPr/>
          <a:lstStyle/>
          <a:p>
            <a:r>
              <a:rPr lang="en-US"/>
              <a:t>Confidential</a:t>
            </a:r>
          </a:p>
        </p:txBody>
      </p:sp>
      <p:sp>
        <p:nvSpPr>
          <p:cNvPr id="7" name="Slide Number Placeholder 6">
            <a:extLst>
              <a:ext uri="{FF2B5EF4-FFF2-40B4-BE49-F238E27FC236}">
                <a16:creationId xmlns:a16="http://schemas.microsoft.com/office/drawing/2014/main" id="{C89A04A4-E4AA-70AA-56C9-8C64061DB840}"/>
              </a:ext>
            </a:extLst>
          </p:cNvPr>
          <p:cNvSpPr>
            <a:spLocks noGrp="1"/>
          </p:cNvSpPr>
          <p:nvPr>
            <p:ph type="sldNum" sz="quarter" idx="18"/>
          </p:nvPr>
        </p:nvSpPr>
        <p:spPr>
          <a:xfrm>
            <a:off x="372667" y="6384903"/>
            <a:ext cx="516230" cy="139816"/>
          </a:xfrm>
        </p:spPr>
        <p:txBody>
          <a:bodyPr/>
          <a:lstStyle/>
          <a:p>
            <a:fld id="{A82C3BC0-3EBF-3C4C-A3D8-795624EBC6AA}" type="slidenum">
              <a:rPr lang="en-US" smtClean="0"/>
              <a:pPr/>
              <a:t>‹#›</a:t>
            </a:fld>
            <a:endParaRPr lang="en-US"/>
          </a:p>
        </p:txBody>
      </p:sp>
      <p:grpSp>
        <p:nvGrpSpPr>
          <p:cNvPr id="8" name="Group 7">
            <a:extLst>
              <a:ext uri="{FF2B5EF4-FFF2-40B4-BE49-F238E27FC236}">
                <a16:creationId xmlns:a16="http://schemas.microsoft.com/office/drawing/2014/main" id="{1FF292C4-648F-7348-7535-4301B7004C8C}"/>
              </a:ext>
            </a:extLst>
          </p:cNvPr>
          <p:cNvGrpSpPr/>
          <p:nvPr userDrawn="1"/>
        </p:nvGrpSpPr>
        <p:grpSpPr>
          <a:xfrm>
            <a:off x="7877516" y="6374712"/>
            <a:ext cx="892520" cy="186437"/>
            <a:chOff x="10615642" y="6334107"/>
            <a:chExt cx="1079469" cy="225489"/>
          </a:xfrm>
        </p:grpSpPr>
        <p:sp>
          <p:nvSpPr>
            <p:cNvPr id="9" name="Freeform 8">
              <a:extLst>
                <a:ext uri="{FF2B5EF4-FFF2-40B4-BE49-F238E27FC236}">
                  <a16:creationId xmlns:a16="http://schemas.microsoft.com/office/drawing/2014/main" id="{7AAB4A8B-1CCE-3905-FE09-0EF30EC9BA6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07A938AF-DBB7-71B7-9758-DFCB8961BDF6}"/>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F98CEF4-9C41-2EAF-19F1-19122F65887F}"/>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727CD81-2CCE-8768-9B62-1AD36767421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4A6DFA5-1210-DCF7-8E9A-0AFAAE393641}"/>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B1063ACC-BF8D-CA89-82FB-2729C6339F1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14C2AF54-295A-2AF0-11A8-4D81DFEDF23B}"/>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7746B595-3F24-1004-8092-1B01CA09D733}"/>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2607F37D-FBD3-41D3-AAD3-1D2C7AEECD9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35780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Full Width Whit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372327" y="1642391"/>
            <a:ext cx="8384134" cy="4183031"/>
          </a:xfrm>
          <a:prstGeom prst="rect">
            <a:avLst/>
          </a:prstGeom>
        </p:spPr>
        <p:txBody>
          <a:bodyPr bIns="914400" anchor="ctr" anchorCtr="1"/>
          <a:lstStyle>
            <a:lvl1pPr>
              <a:defRPr sz="1500"/>
            </a:lvl1pPr>
          </a:lstStyle>
          <a:p>
            <a:r>
              <a:rPr lang="en-US" dirty="0"/>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401050" cy="328304"/>
          </a:xfrm>
        </p:spPr>
        <p:txBody>
          <a:bodyPr/>
          <a:lstStyle/>
          <a:p>
            <a:r>
              <a:rPr lang="en-US" dirty="0"/>
              <a:t>Table Full Width</a:t>
            </a:r>
          </a:p>
        </p:txBody>
      </p:sp>
      <p:sp>
        <p:nvSpPr>
          <p:cNvPr id="11" name="Date Placeholder 10">
            <a:extLst>
              <a:ext uri="{FF2B5EF4-FFF2-40B4-BE49-F238E27FC236}">
                <a16:creationId xmlns:a16="http://schemas.microsoft.com/office/drawing/2014/main" id="{D1B3089E-4275-626C-9A7E-F75C5185D13C}"/>
              </a:ext>
            </a:extLst>
          </p:cNvPr>
          <p:cNvSpPr>
            <a:spLocks noGrp="1"/>
          </p:cNvSpPr>
          <p:nvPr>
            <p:ph type="dt" sz="half" idx="14"/>
          </p:nvPr>
        </p:nvSpPr>
        <p:spPr/>
        <p:txBody>
          <a:bodyPr/>
          <a:lstStyle/>
          <a:p>
            <a:fld id="{659B99D9-62BA-3542-8406-1BB9CF654F23}" type="datetime1">
              <a:rPr lang="en-US" smtClean="0"/>
              <a:t>5/26/2026</a:t>
            </a:fld>
            <a:endParaRPr lang="en-US"/>
          </a:p>
        </p:txBody>
      </p:sp>
      <p:sp>
        <p:nvSpPr>
          <p:cNvPr id="12" name="Footer Placeholder 11">
            <a:extLst>
              <a:ext uri="{FF2B5EF4-FFF2-40B4-BE49-F238E27FC236}">
                <a16:creationId xmlns:a16="http://schemas.microsoft.com/office/drawing/2014/main" id="{96D8192A-4C93-AED7-6AB2-2E1FD7B064E5}"/>
              </a:ext>
            </a:extLst>
          </p:cNvPr>
          <p:cNvSpPr>
            <a:spLocks noGrp="1"/>
          </p:cNvSpPr>
          <p:nvPr>
            <p:ph type="ftr" sz="quarter" idx="15"/>
          </p:nvPr>
        </p:nvSpPr>
        <p:spPr/>
        <p:txBody>
          <a:bodyPr/>
          <a:lstStyle/>
          <a:p>
            <a:r>
              <a:rPr lang="en-US"/>
              <a:t>Confidential</a:t>
            </a:r>
          </a:p>
        </p:txBody>
      </p:sp>
      <p:sp>
        <p:nvSpPr>
          <p:cNvPr id="13" name="Slide Number Placeholder 12">
            <a:extLst>
              <a:ext uri="{FF2B5EF4-FFF2-40B4-BE49-F238E27FC236}">
                <a16:creationId xmlns:a16="http://schemas.microsoft.com/office/drawing/2014/main" id="{52D586C9-727C-55EF-8F75-9922EE6D1251}"/>
              </a:ext>
            </a:extLst>
          </p:cNvPr>
          <p:cNvSpPr>
            <a:spLocks noGrp="1"/>
          </p:cNvSpPr>
          <p:nvPr>
            <p:ph type="sldNum" sz="quarter" idx="16"/>
          </p:nvPr>
        </p:nvSpPr>
        <p:spPr/>
        <p:txBody>
          <a:bodyPr/>
          <a:lstStyle/>
          <a:p>
            <a:fld id="{A82C3BC0-3EBF-3C4C-A3D8-795624EBC6AA}" type="slidenum">
              <a:rPr lang="en-US" smtClean="0"/>
              <a:pPr/>
              <a:t>‹#›</a:t>
            </a:fld>
            <a:endParaRPr lang="en-US"/>
          </a:p>
        </p:txBody>
      </p:sp>
      <p:sp>
        <p:nvSpPr>
          <p:cNvPr id="6" name="Rectangle 5">
            <a:extLst>
              <a:ext uri="{FF2B5EF4-FFF2-40B4-BE49-F238E27FC236}">
                <a16:creationId xmlns:a16="http://schemas.microsoft.com/office/drawing/2014/main" id="{97130C35-822A-B716-E227-EDFD27E5B2D5}"/>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3" name="Text Placeholder 7">
            <a:extLst>
              <a:ext uri="{FF2B5EF4-FFF2-40B4-BE49-F238E27FC236}">
                <a16:creationId xmlns:a16="http://schemas.microsoft.com/office/drawing/2014/main" id="{C665B9A2-111D-1FB3-CCAE-130BD3E8FEC1}"/>
              </a:ext>
            </a:extLst>
          </p:cNvPr>
          <p:cNvSpPr>
            <a:spLocks noGrp="1"/>
          </p:cNvSpPr>
          <p:nvPr>
            <p:ph type="body" sz="quarter" idx="17"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4" name="Group 3">
            <a:extLst>
              <a:ext uri="{FF2B5EF4-FFF2-40B4-BE49-F238E27FC236}">
                <a16:creationId xmlns:a16="http://schemas.microsoft.com/office/drawing/2014/main" id="{60198713-B66A-3250-1E54-882C910CD448}"/>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ECA06C29-DB87-F452-7615-E9F5B440D60B}"/>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48D55872-68B0-A32B-784F-52B3512CF8E7}"/>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A6EFF638-D3BE-54B2-1AC3-923CF7ED2492}"/>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71315FA-2B9D-7CEA-1E5E-7310D24C52E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1E0F956-7D6D-9360-F82B-790490E26E7F}"/>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276EF64-5083-7BAA-6A80-C546E4E18E7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ADCB7C4-7651-CC77-6DF5-823584266B9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781E1D2-00B6-2693-1DA8-E58F9A783C1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8DFA172-F4CD-BA63-290C-8EC03EA3307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21182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Half Pag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4758334" y="1642391"/>
            <a:ext cx="3998127" cy="4183031"/>
          </a:xfrm>
          <a:prstGeom prst="rect">
            <a:avLst/>
          </a:prstGeom>
        </p:spPr>
        <p:txBody>
          <a:bodyPr bIns="914400" anchor="ctr" anchorCtr="1"/>
          <a:lstStyle>
            <a:lvl1pPr>
              <a:defRPr sz="1500"/>
            </a:lvl1pPr>
          </a:lstStyle>
          <a:p>
            <a:r>
              <a:rPr lang="en-US" dirty="0"/>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390334" cy="328304"/>
          </a:xfrm>
        </p:spPr>
        <p:txBody>
          <a:bodyPr/>
          <a:lstStyle/>
          <a:p>
            <a:r>
              <a:rPr lang="en-US" dirty="0"/>
              <a:t>Table Half Page</a:t>
            </a:r>
          </a:p>
        </p:txBody>
      </p:sp>
      <p:sp>
        <p:nvSpPr>
          <p:cNvPr id="12" name="Date Placeholder 11">
            <a:extLst>
              <a:ext uri="{FF2B5EF4-FFF2-40B4-BE49-F238E27FC236}">
                <a16:creationId xmlns:a16="http://schemas.microsoft.com/office/drawing/2014/main" id="{4E6247CF-F964-4C47-0ADE-03DA0DA600D6}"/>
              </a:ext>
            </a:extLst>
          </p:cNvPr>
          <p:cNvSpPr>
            <a:spLocks noGrp="1"/>
          </p:cNvSpPr>
          <p:nvPr>
            <p:ph type="dt" sz="half" idx="15"/>
          </p:nvPr>
        </p:nvSpPr>
        <p:spPr/>
        <p:txBody>
          <a:bodyPr/>
          <a:lstStyle/>
          <a:p>
            <a:fld id="{438E4D04-2CA6-DC48-9706-DFE75F4FB6DF}" type="datetime1">
              <a:rPr lang="en-US" smtClean="0"/>
              <a:t>5/26/2026</a:t>
            </a:fld>
            <a:endParaRPr lang="en-US"/>
          </a:p>
        </p:txBody>
      </p:sp>
      <p:sp>
        <p:nvSpPr>
          <p:cNvPr id="13" name="Footer Placeholder 12">
            <a:extLst>
              <a:ext uri="{FF2B5EF4-FFF2-40B4-BE49-F238E27FC236}">
                <a16:creationId xmlns:a16="http://schemas.microsoft.com/office/drawing/2014/main" id="{E30E3F26-C483-85FE-02E8-FDEB21CEC155}"/>
              </a:ext>
            </a:extLst>
          </p:cNvPr>
          <p:cNvSpPr>
            <a:spLocks noGrp="1"/>
          </p:cNvSpPr>
          <p:nvPr>
            <p:ph type="ftr" sz="quarter" idx="16"/>
          </p:nvPr>
        </p:nvSpPr>
        <p:spPr/>
        <p:txBody>
          <a:bodyPr/>
          <a:lstStyle/>
          <a:p>
            <a:r>
              <a:rPr lang="en-US"/>
              <a:t>Confidential</a:t>
            </a:r>
          </a:p>
        </p:txBody>
      </p:sp>
      <p:sp>
        <p:nvSpPr>
          <p:cNvPr id="14" name="Slide Number Placeholder 13">
            <a:extLst>
              <a:ext uri="{FF2B5EF4-FFF2-40B4-BE49-F238E27FC236}">
                <a16:creationId xmlns:a16="http://schemas.microsoft.com/office/drawing/2014/main" id="{0C96DC43-525A-4E21-ABA8-19B0852E06BB}"/>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6" name="Text Placeholder 15">
            <a:extLst>
              <a:ext uri="{FF2B5EF4-FFF2-40B4-BE49-F238E27FC236}">
                <a16:creationId xmlns:a16="http://schemas.microsoft.com/office/drawing/2014/main" id="{75CDB0E5-7E81-744B-F59D-03076CA14098}"/>
              </a:ext>
            </a:extLst>
          </p:cNvPr>
          <p:cNvSpPr>
            <a:spLocks noGrp="1"/>
          </p:cNvSpPr>
          <p:nvPr>
            <p:ph type="body" sz="quarter" idx="18"/>
          </p:nvPr>
        </p:nvSpPr>
        <p:spPr>
          <a:xfrm>
            <a:off x="372666" y="1642392"/>
            <a:ext cx="4012406" cy="4183734"/>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3" name="Rectangle 2">
            <a:extLst>
              <a:ext uri="{FF2B5EF4-FFF2-40B4-BE49-F238E27FC236}">
                <a16:creationId xmlns:a16="http://schemas.microsoft.com/office/drawing/2014/main" id="{A9DC74C3-3203-FF28-7589-597A72D4B8BE}"/>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0" name="Text Placeholder 7">
            <a:extLst>
              <a:ext uri="{FF2B5EF4-FFF2-40B4-BE49-F238E27FC236}">
                <a16:creationId xmlns:a16="http://schemas.microsoft.com/office/drawing/2014/main" id="{F9F38FFA-9AE9-1860-4819-587154F3991A}"/>
              </a:ext>
            </a:extLst>
          </p:cNvPr>
          <p:cNvSpPr>
            <a:spLocks noGrp="1"/>
          </p:cNvSpPr>
          <p:nvPr>
            <p:ph type="body" sz="quarter" idx="19"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5" name="Group 4">
            <a:extLst>
              <a:ext uri="{FF2B5EF4-FFF2-40B4-BE49-F238E27FC236}">
                <a16:creationId xmlns:a16="http://schemas.microsoft.com/office/drawing/2014/main" id="{23629C12-D1B2-9729-7816-DDC1C2BB57EC}"/>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7D3869FE-8512-84AC-6C5A-80F0F248B0E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2F4AB9E5-0F20-A7DB-C9A4-EE53BC563A19}"/>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75497C5-8A93-1B47-2744-A73382E898E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63032D37-9E24-7AD6-A98C-95987EAEDB5D}"/>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C14DFC9-AE39-33E4-972D-4EED60568048}"/>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5645A81-EE96-EF52-F388-CA5A90C99CC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438C923-2E9F-E45F-CA9B-061B78EB0B2C}"/>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DBB41A2-460E-DA1A-404C-76ACFA57FF3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7C6BE3F-E8C5-B3D7-4E0F-9B21AA06128A}"/>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70141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Third Page">
    <p:spTree>
      <p:nvGrpSpPr>
        <p:cNvPr id="1" name=""/>
        <p:cNvGrpSpPr/>
        <p:nvPr/>
      </p:nvGrpSpPr>
      <p:grpSpPr>
        <a:xfrm>
          <a:off x="0" y="0"/>
          <a:ext cx="0" cy="0"/>
          <a:chOff x="0" y="0"/>
          <a:chExt cx="0" cy="0"/>
        </a:xfrm>
      </p:grpSpPr>
      <p:sp>
        <p:nvSpPr>
          <p:cNvPr id="2" name="Table Placeholder 9">
            <a:extLst>
              <a:ext uri="{FF2B5EF4-FFF2-40B4-BE49-F238E27FC236}">
                <a16:creationId xmlns:a16="http://schemas.microsoft.com/office/drawing/2014/main" id="{7AE96352-17E4-634E-11EA-8CBFDF18AA3C}"/>
              </a:ext>
            </a:extLst>
          </p:cNvPr>
          <p:cNvSpPr>
            <a:spLocks noGrp="1"/>
          </p:cNvSpPr>
          <p:nvPr>
            <p:ph type="tbl" sz="quarter" idx="13" hasCustomPrompt="1"/>
          </p:nvPr>
        </p:nvSpPr>
        <p:spPr>
          <a:xfrm>
            <a:off x="5771810" y="1642391"/>
            <a:ext cx="2984649" cy="4183031"/>
          </a:xfrm>
          <a:prstGeom prst="rect">
            <a:avLst/>
          </a:prstGeom>
        </p:spPr>
        <p:txBody>
          <a:bodyPr bIns="914400" anchor="ctr" anchorCtr="1"/>
          <a:lstStyle>
            <a:lvl1pPr>
              <a:defRPr sz="1500"/>
            </a:lvl1pPr>
          </a:lstStyle>
          <a:p>
            <a:r>
              <a:rPr lang="en-US" dirty="0"/>
              <a:t>Click here to insert table</a:t>
            </a:r>
          </a:p>
        </p:txBody>
      </p:sp>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367474" cy="328304"/>
          </a:xfrm>
        </p:spPr>
        <p:txBody>
          <a:bodyPr/>
          <a:lstStyle/>
          <a:p>
            <a:r>
              <a:rPr lang="en-US" dirty="0"/>
              <a:t>Table Third Page</a:t>
            </a:r>
          </a:p>
        </p:txBody>
      </p:sp>
      <p:sp>
        <p:nvSpPr>
          <p:cNvPr id="13" name="Date Placeholder 12">
            <a:extLst>
              <a:ext uri="{FF2B5EF4-FFF2-40B4-BE49-F238E27FC236}">
                <a16:creationId xmlns:a16="http://schemas.microsoft.com/office/drawing/2014/main" id="{13D937FD-63E8-438E-14AB-8F798476AAD7}"/>
              </a:ext>
            </a:extLst>
          </p:cNvPr>
          <p:cNvSpPr>
            <a:spLocks noGrp="1"/>
          </p:cNvSpPr>
          <p:nvPr>
            <p:ph type="dt" sz="half" idx="15"/>
          </p:nvPr>
        </p:nvSpPr>
        <p:spPr/>
        <p:txBody>
          <a:bodyPr/>
          <a:lstStyle/>
          <a:p>
            <a:fld id="{6CA0DB6D-3B1D-E44B-A3DD-44B92CBC673D}" type="datetime1">
              <a:rPr lang="en-US" smtClean="0"/>
              <a:t>5/26/2026</a:t>
            </a:fld>
            <a:endParaRPr lang="en-US"/>
          </a:p>
        </p:txBody>
      </p:sp>
      <p:sp>
        <p:nvSpPr>
          <p:cNvPr id="14" name="Footer Placeholder 13">
            <a:extLst>
              <a:ext uri="{FF2B5EF4-FFF2-40B4-BE49-F238E27FC236}">
                <a16:creationId xmlns:a16="http://schemas.microsoft.com/office/drawing/2014/main" id="{8EFEAFE4-C4CE-9288-2339-5D239CC2F80C}"/>
              </a:ext>
            </a:extLst>
          </p:cNvPr>
          <p:cNvSpPr>
            <a:spLocks noGrp="1"/>
          </p:cNvSpPr>
          <p:nvPr>
            <p:ph type="ftr" sz="quarter" idx="16"/>
          </p:nvPr>
        </p:nvSpPr>
        <p:spPr/>
        <p:txBody>
          <a:bodyPr/>
          <a:lstStyle/>
          <a:p>
            <a:r>
              <a:rPr lang="en-US"/>
              <a:t>Confidential</a:t>
            </a:r>
          </a:p>
        </p:txBody>
      </p:sp>
      <p:sp>
        <p:nvSpPr>
          <p:cNvPr id="15" name="Slide Number Placeholder 14">
            <a:extLst>
              <a:ext uri="{FF2B5EF4-FFF2-40B4-BE49-F238E27FC236}">
                <a16:creationId xmlns:a16="http://schemas.microsoft.com/office/drawing/2014/main" id="{D9247CD0-B7A1-C0BF-F52D-0A38BBFD661E}"/>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7" name="Text Placeholder 16">
            <a:extLst>
              <a:ext uri="{FF2B5EF4-FFF2-40B4-BE49-F238E27FC236}">
                <a16:creationId xmlns:a16="http://schemas.microsoft.com/office/drawing/2014/main" id="{07819111-4F99-458E-675B-1CCABD61C5EA}"/>
              </a:ext>
            </a:extLst>
          </p:cNvPr>
          <p:cNvSpPr>
            <a:spLocks noGrp="1"/>
          </p:cNvSpPr>
          <p:nvPr>
            <p:ph type="body" sz="quarter" idx="18"/>
          </p:nvPr>
        </p:nvSpPr>
        <p:spPr>
          <a:xfrm>
            <a:off x="372667" y="1642392"/>
            <a:ext cx="5026819" cy="4183734"/>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0B3C332D-68CE-39D8-C3F1-4D160BBDB0AF}"/>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3" name="Text Placeholder 7">
            <a:extLst>
              <a:ext uri="{FF2B5EF4-FFF2-40B4-BE49-F238E27FC236}">
                <a16:creationId xmlns:a16="http://schemas.microsoft.com/office/drawing/2014/main" id="{7B836543-50BE-3EC2-4367-6EF085E32C98}"/>
              </a:ext>
            </a:extLst>
          </p:cNvPr>
          <p:cNvSpPr>
            <a:spLocks noGrp="1"/>
          </p:cNvSpPr>
          <p:nvPr>
            <p:ph type="body" sz="quarter" idx="19"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4" name="Group 3">
            <a:extLst>
              <a:ext uri="{FF2B5EF4-FFF2-40B4-BE49-F238E27FC236}">
                <a16:creationId xmlns:a16="http://schemas.microsoft.com/office/drawing/2014/main" id="{EEFC393A-12B4-FA9C-58D2-9A1B29793BB5}"/>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5B8E34B8-C5F8-94E4-0CE3-288A12236C4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860B3A74-E805-9C07-DF8A-2363E0E90749}"/>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7E50F9FD-4710-6063-456D-4C739BAEC621}"/>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5468B6E-9E60-B2A8-634A-3D9608455208}"/>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481C4EC-4B00-89DA-DCE8-6DDEBEA1D2FF}"/>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5E42A3A-7C92-C3F9-6A80-C7D21E9FAD42}"/>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1B02A338-2610-319B-8CD7-0B9BA5BE9A32}"/>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0D86E19-5774-CF1B-128A-DF4D38E59135}"/>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340ABFA-9A7E-F253-814D-0C27F630B90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4851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meline / Process Slide White 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413194" cy="328304"/>
          </a:xfrm>
        </p:spPr>
        <p:txBody>
          <a:bodyPr/>
          <a:lstStyle/>
          <a:p>
            <a:r>
              <a:rPr lang="en-US" dirty="0"/>
              <a:t>Timeline / Process Slide White A</a:t>
            </a:r>
          </a:p>
        </p:txBody>
      </p:sp>
      <p:sp>
        <p:nvSpPr>
          <p:cNvPr id="6" name="Text Placeholder 42">
            <a:extLst>
              <a:ext uri="{FF2B5EF4-FFF2-40B4-BE49-F238E27FC236}">
                <a16:creationId xmlns:a16="http://schemas.microsoft.com/office/drawing/2014/main" id="{EB2F3287-D104-BCCB-99DF-2BD36C5BFAD8}"/>
              </a:ext>
            </a:extLst>
          </p:cNvPr>
          <p:cNvSpPr>
            <a:spLocks noGrp="1"/>
          </p:cNvSpPr>
          <p:nvPr>
            <p:ph type="body" sz="quarter" idx="31" hasCustomPrompt="1"/>
          </p:nvPr>
        </p:nvSpPr>
        <p:spPr>
          <a:xfrm>
            <a:off x="424347"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21" name="Text Placeholder 29">
            <a:extLst>
              <a:ext uri="{FF2B5EF4-FFF2-40B4-BE49-F238E27FC236}">
                <a16:creationId xmlns:a16="http://schemas.microsoft.com/office/drawing/2014/main" id="{79200820-33BA-578E-462A-B64725E0453D}"/>
              </a:ext>
            </a:extLst>
          </p:cNvPr>
          <p:cNvSpPr>
            <a:spLocks noGrp="1"/>
          </p:cNvSpPr>
          <p:nvPr>
            <p:ph type="body" sz="quarter" idx="143" hasCustomPrompt="1"/>
          </p:nvPr>
        </p:nvSpPr>
        <p:spPr>
          <a:xfrm>
            <a:off x="1861651" y="4459849"/>
            <a:ext cx="1117725" cy="1419008"/>
          </a:xfrm>
          <a:prstGeom prst="rect">
            <a:avLst/>
          </a:prstGeom>
        </p:spPr>
        <p:txBody>
          <a:bodyPr anchor="b" anchorCtr="0"/>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25" name="Text Placeholder 29">
            <a:extLst>
              <a:ext uri="{FF2B5EF4-FFF2-40B4-BE49-F238E27FC236}">
                <a16:creationId xmlns:a16="http://schemas.microsoft.com/office/drawing/2014/main" id="{5EE8E1FE-3EF2-B562-5F85-D53A927CD342}"/>
              </a:ext>
            </a:extLst>
          </p:cNvPr>
          <p:cNvSpPr>
            <a:spLocks noGrp="1"/>
          </p:cNvSpPr>
          <p:nvPr>
            <p:ph type="body" sz="quarter" idx="149" hasCustomPrompt="1"/>
          </p:nvPr>
        </p:nvSpPr>
        <p:spPr>
          <a:xfrm>
            <a:off x="904705" y="1459769"/>
            <a:ext cx="1118552" cy="1417320"/>
          </a:xfrm>
          <a:prstGeom prst="rect">
            <a:avLst/>
          </a:prstGeom>
        </p:spPr>
        <p:txBody>
          <a:bodyPr/>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26" name="Text Placeholder 18">
            <a:extLst>
              <a:ext uri="{FF2B5EF4-FFF2-40B4-BE49-F238E27FC236}">
                <a16:creationId xmlns:a16="http://schemas.microsoft.com/office/drawing/2014/main" id="{E32F3A54-8787-DA1F-7911-173E1CC521CC}"/>
              </a:ext>
            </a:extLst>
          </p:cNvPr>
          <p:cNvSpPr>
            <a:spLocks noGrp="1"/>
          </p:cNvSpPr>
          <p:nvPr>
            <p:ph type="body" sz="quarter" idx="151" hasCustomPrompt="1"/>
          </p:nvPr>
        </p:nvSpPr>
        <p:spPr>
          <a:xfrm>
            <a:off x="790107" y="1464738"/>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30" name="Text Placeholder 30">
            <a:extLst>
              <a:ext uri="{FF2B5EF4-FFF2-40B4-BE49-F238E27FC236}">
                <a16:creationId xmlns:a16="http://schemas.microsoft.com/office/drawing/2014/main" id="{B0107F40-D02A-B3AA-DB87-C202552E5DB8}"/>
              </a:ext>
            </a:extLst>
          </p:cNvPr>
          <p:cNvSpPr>
            <a:spLocks noGrp="1"/>
          </p:cNvSpPr>
          <p:nvPr>
            <p:ph type="body" sz="quarter" idx="155" hasCustomPrompt="1"/>
          </p:nvPr>
        </p:nvSpPr>
        <p:spPr>
          <a:xfrm>
            <a:off x="1742719" y="4232937"/>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35" name="Date Placeholder 34">
            <a:extLst>
              <a:ext uri="{FF2B5EF4-FFF2-40B4-BE49-F238E27FC236}">
                <a16:creationId xmlns:a16="http://schemas.microsoft.com/office/drawing/2014/main" id="{A1985C9F-23DB-3080-1769-023F03C0F68C}"/>
              </a:ext>
            </a:extLst>
          </p:cNvPr>
          <p:cNvSpPr>
            <a:spLocks noGrp="1"/>
          </p:cNvSpPr>
          <p:nvPr>
            <p:ph type="dt" sz="half" idx="159"/>
          </p:nvPr>
        </p:nvSpPr>
        <p:spPr/>
        <p:txBody>
          <a:bodyPr/>
          <a:lstStyle/>
          <a:p>
            <a:fld id="{6BD67195-51C0-E448-9F3B-FA459E630B1A}" type="datetime1">
              <a:rPr lang="en-US" smtClean="0"/>
              <a:t>5/26/2026</a:t>
            </a:fld>
            <a:endParaRPr lang="en-US"/>
          </a:p>
        </p:txBody>
      </p:sp>
      <p:sp>
        <p:nvSpPr>
          <p:cNvPr id="36" name="Footer Placeholder 35">
            <a:extLst>
              <a:ext uri="{FF2B5EF4-FFF2-40B4-BE49-F238E27FC236}">
                <a16:creationId xmlns:a16="http://schemas.microsoft.com/office/drawing/2014/main" id="{D1EFEEB6-708B-87CD-E646-414D7A0DF320}"/>
              </a:ext>
            </a:extLst>
          </p:cNvPr>
          <p:cNvSpPr>
            <a:spLocks noGrp="1"/>
          </p:cNvSpPr>
          <p:nvPr>
            <p:ph type="ftr" sz="quarter" idx="160"/>
          </p:nvPr>
        </p:nvSpPr>
        <p:spPr/>
        <p:txBody>
          <a:bodyPr/>
          <a:lstStyle/>
          <a:p>
            <a:r>
              <a:rPr lang="en-US"/>
              <a:t>Confidential</a:t>
            </a:r>
          </a:p>
        </p:txBody>
      </p:sp>
      <p:sp>
        <p:nvSpPr>
          <p:cNvPr id="37" name="Slide Number Placeholder 36">
            <a:extLst>
              <a:ext uri="{FF2B5EF4-FFF2-40B4-BE49-F238E27FC236}">
                <a16:creationId xmlns:a16="http://schemas.microsoft.com/office/drawing/2014/main" id="{FFB37F30-4A06-3178-8262-87E99F4C3BCA}"/>
              </a:ext>
            </a:extLst>
          </p:cNvPr>
          <p:cNvSpPr>
            <a:spLocks noGrp="1"/>
          </p:cNvSpPr>
          <p:nvPr>
            <p:ph type="sldNum" sz="quarter" idx="161"/>
          </p:nvPr>
        </p:nvSpPr>
        <p:spPr/>
        <p:txBody>
          <a:bodyPr/>
          <a:lstStyle/>
          <a:p>
            <a:fld id="{A82C3BC0-3EBF-3C4C-A3D8-795624EBC6AA}" type="slidenum">
              <a:rPr lang="en-US" smtClean="0"/>
              <a:pPr/>
              <a:t>‹#›</a:t>
            </a:fld>
            <a:endParaRPr lang="en-US"/>
          </a:p>
        </p:txBody>
      </p:sp>
      <p:sp>
        <p:nvSpPr>
          <p:cNvPr id="34" name="Rectangle 33">
            <a:extLst>
              <a:ext uri="{FF2B5EF4-FFF2-40B4-BE49-F238E27FC236}">
                <a16:creationId xmlns:a16="http://schemas.microsoft.com/office/drawing/2014/main" id="{76CEEBFC-C3F2-B041-11DC-A5184DBFCD6E}"/>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50" name="Text Placeholder 29">
            <a:extLst>
              <a:ext uri="{FF2B5EF4-FFF2-40B4-BE49-F238E27FC236}">
                <a16:creationId xmlns:a16="http://schemas.microsoft.com/office/drawing/2014/main" id="{143BC41B-7158-DA83-A5A0-9888EA5E5C4C}"/>
              </a:ext>
            </a:extLst>
          </p:cNvPr>
          <p:cNvSpPr>
            <a:spLocks noGrp="1"/>
          </p:cNvSpPr>
          <p:nvPr>
            <p:ph type="body" sz="quarter" idx="162" hasCustomPrompt="1"/>
          </p:nvPr>
        </p:nvSpPr>
        <p:spPr>
          <a:xfrm>
            <a:off x="3770579" y="4459849"/>
            <a:ext cx="1117725" cy="1419008"/>
          </a:xfrm>
          <a:prstGeom prst="rect">
            <a:avLst/>
          </a:prstGeom>
        </p:spPr>
        <p:txBody>
          <a:bodyPr anchor="b" anchorCtr="0"/>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51" name="Text Placeholder 29">
            <a:extLst>
              <a:ext uri="{FF2B5EF4-FFF2-40B4-BE49-F238E27FC236}">
                <a16:creationId xmlns:a16="http://schemas.microsoft.com/office/drawing/2014/main" id="{86DA1AB3-F8D5-AB55-88B0-47FC4BCC2702}"/>
              </a:ext>
            </a:extLst>
          </p:cNvPr>
          <p:cNvSpPr>
            <a:spLocks noGrp="1"/>
          </p:cNvSpPr>
          <p:nvPr>
            <p:ph type="body" sz="quarter" idx="163" hasCustomPrompt="1"/>
          </p:nvPr>
        </p:nvSpPr>
        <p:spPr>
          <a:xfrm>
            <a:off x="2813632" y="1459769"/>
            <a:ext cx="1118552" cy="1417320"/>
          </a:xfrm>
          <a:prstGeom prst="rect">
            <a:avLst/>
          </a:prstGeom>
        </p:spPr>
        <p:txBody>
          <a:bodyPr/>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52" name="Text Placeholder 18">
            <a:extLst>
              <a:ext uri="{FF2B5EF4-FFF2-40B4-BE49-F238E27FC236}">
                <a16:creationId xmlns:a16="http://schemas.microsoft.com/office/drawing/2014/main" id="{4AF37F4A-A3A3-A479-5866-E21282992313}"/>
              </a:ext>
            </a:extLst>
          </p:cNvPr>
          <p:cNvSpPr>
            <a:spLocks noGrp="1"/>
          </p:cNvSpPr>
          <p:nvPr>
            <p:ph type="body" sz="quarter" idx="164" hasCustomPrompt="1"/>
          </p:nvPr>
        </p:nvSpPr>
        <p:spPr>
          <a:xfrm>
            <a:off x="2699035" y="1464738"/>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53" name="Text Placeholder 30">
            <a:extLst>
              <a:ext uri="{FF2B5EF4-FFF2-40B4-BE49-F238E27FC236}">
                <a16:creationId xmlns:a16="http://schemas.microsoft.com/office/drawing/2014/main" id="{A7B6B64B-FAC2-42F3-BD96-3996F4CEB3DF}"/>
              </a:ext>
            </a:extLst>
          </p:cNvPr>
          <p:cNvSpPr>
            <a:spLocks noGrp="1"/>
          </p:cNvSpPr>
          <p:nvPr>
            <p:ph type="body" sz="quarter" idx="165" hasCustomPrompt="1"/>
          </p:nvPr>
        </p:nvSpPr>
        <p:spPr>
          <a:xfrm>
            <a:off x="3651647" y="4232937"/>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54" name="Text Placeholder 29">
            <a:extLst>
              <a:ext uri="{FF2B5EF4-FFF2-40B4-BE49-F238E27FC236}">
                <a16:creationId xmlns:a16="http://schemas.microsoft.com/office/drawing/2014/main" id="{6EC6623F-01F4-5288-BD43-022BFCF7F762}"/>
              </a:ext>
            </a:extLst>
          </p:cNvPr>
          <p:cNvSpPr>
            <a:spLocks noGrp="1"/>
          </p:cNvSpPr>
          <p:nvPr>
            <p:ph type="body" sz="quarter" idx="166" hasCustomPrompt="1"/>
          </p:nvPr>
        </p:nvSpPr>
        <p:spPr>
          <a:xfrm>
            <a:off x="5686577" y="4459849"/>
            <a:ext cx="1117725" cy="1419008"/>
          </a:xfrm>
          <a:prstGeom prst="rect">
            <a:avLst/>
          </a:prstGeom>
        </p:spPr>
        <p:txBody>
          <a:bodyPr anchor="b" anchorCtr="0"/>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55" name="Text Placeholder 29">
            <a:extLst>
              <a:ext uri="{FF2B5EF4-FFF2-40B4-BE49-F238E27FC236}">
                <a16:creationId xmlns:a16="http://schemas.microsoft.com/office/drawing/2014/main" id="{6A4C3E85-E426-5892-0A6A-8E893E66F6C2}"/>
              </a:ext>
            </a:extLst>
          </p:cNvPr>
          <p:cNvSpPr>
            <a:spLocks noGrp="1"/>
          </p:cNvSpPr>
          <p:nvPr>
            <p:ph type="body" sz="quarter" idx="167" hasCustomPrompt="1"/>
          </p:nvPr>
        </p:nvSpPr>
        <p:spPr>
          <a:xfrm>
            <a:off x="4729630" y="1459769"/>
            <a:ext cx="1118552" cy="1417320"/>
          </a:xfrm>
          <a:prstGeom prst="rect">
            <a:avLst/>
          </a:prstGeom>
        </p:spPr>
        <p:txBody>
          <a:bodyPr/>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56" name="Text Placeholder 18">
            <a:extLst>
              <a:ext uri="{FF2B5EF4-FFF2-40B4-BE49-F238E27FC236}">
                <a16:creationId xmlns:a16="http://schemas.microsoft.com/office/drawing/2014/main" id="{E6EC5F1F-9E06-2B10-91A5-A0D52B95E8D8}"/>
              </a:ext>
            </a:extLst>
          </p:cNvPr>
          <p:cNvSpPr>
            <a:spLocks noGrp="1"/>
          </p:cNvSpPr>
          <p:nvPr>
            <p:ph type="body" sz="quarter" idx="168" hasCustomPrompt="1"/>
          </p:nvPr>
        </p:nvSpPr>
        <p:spPr>
          <a:xfrm>
            <a:off x="4615033" y="1464738"/>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57" name="Text Placeholder 30">
            <a:extLst>
              <a:ext uri="{FF2B5EF4-FFF2-40B4-BE49-F238E27FC236}">
                <a16:creationId xmlns:a16="http://schemas.microsoft.com/office/drawing/2014/main" id="{F3BC4B79-712E-58F3-8E85-26B05B7B26AF}"/>
              </a:ext>
            </a:extLst>
          </p:cNvPr>
          <p:cNvSpPr>
            <a:spLocks noGrp="1"/>
          </p:cNvSpPr>
          <p:nvPr>
            <p:ph type="body" sz="quarter" idx="169" hasCustomPrompt="1"/>
          </p:nvPr>
        </p:nvSpPr>
        <p:spPr>
          <a:xfrm>
            <a:off x="5567645" y="4232937"/>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58" name="Text Placeholder 29">
            <a:extLst>
              <a:ext uri="{FF2B5EF4-FFF2-40B4-BE49-F238E27FC236}">
                <a16:creationId xmlns:a16="http://schemas.microsoft.com/office/drawing/2014/main" id="{9E0EB76B-3D65-3C90-2E44-55AF7A0DC8BB}"/>
              </a:ext>
            </a:extLst>
          </p:cNvPr>
          <p:cNvSpPr>
            <a:spLocks noGrp="1"/>
          </p:cNvSpPr>
          <p:nvPr>
            <p:ph type="body" sz="quarter" idx="170" hasCustomPrompt="1"/>
          </p:nvPr>
        </p:nvSpPr>
        <p:spPr>
          <a:xfrm>
            <a:off x="7591970" y="4459849"/>
            <a:ext cx="1117725" cy="1419008"/>
          </a:xfrm>
          <a:prstGeom prst="rect">
            <a:avLst/>
          </a:prstGeom>
        </p:spPr>
        <p:txBody>
          <a:bodyPr anchor="b" anchorCtr="0"/>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59" name="Text Placeholder 29">
            <a:extLst>
              <a:ext uri="{FF2B5EF4-FFF2-40B4-BE49-F238E27FC236}">
                <a16:creationId xmlns:a16="http://schemas.microsoft.com/office/drawing/2014/main" id="{19D844A5-E0B6-3134-B36A-AB1E03CDC28B}"/>
              </a:ext>
            </a:extLst>
          </p:cNvPr>
          <p:cNvSpPr>
            <a:spLocks noGrp="1"/>
          </p:cNvSpPr>
          <p:nvPr>
            <p:ph type="body" sz="quarter" idx="171" hasCustomPrompt="1"/>
          </p:nvPr>
        </p:nvSpPr>
        <p:spPr>
          <a:xfrm>
            <a:off x="6635023" y="1459769"/>
            <a:ext cx="1118552" cy="1417320"/>
          </a:xfrm>
          <a:prstGeom prst="rect">
            <a:avLst/>
          </a:prstGeom>
        </p:spPr>
        <p:txBody>
          <a:bodyPr/>
          <a:lstStyle>
            <a:lvl1pPr algn="l">
              <a:lnSpc>
                <a:spcPct val="100000"/>
              </a:lnSpc>
              <a:spcBef>
                <a:spcPts val="0"/>
              </a:spcBef>
              <a:defRPr sz="1000">
                <a:solidFill>
                  <a:schemeClr val="tx1"/>
                </a:solidFill>
              </a:defRPr>
            </a:lvl1pPr>
            <a:lvl2pPr marL="88104" indent="-83342" algn="l">
              <a:lnSpc>
                <a:spcPct val="100000"/>
              </a:lnSpc>
              <a:spcBef>
                <a:spcPts val="0"/>
              </a:spcBef>
              <a:buFont typeface="Arial" panose="020B0604020202020204" pitchFamily="34" charset="0"/>
              <a:buChar char="•"/>
              <a:tabLst/>
              <a:defRPr sz="750">
                <a:solidFill>
                  <a:schemeClr val="tx1">
                    <a:lumMod val="85000"/>
                    <a:lumOff val="15000"/>
                  </a:schemeClr>
                </a:solidFill>
              </a:defRPr>
            </a:lvl2pPr>
          </a:lstStyle>
          <a:p>
            <a:pPr lvl="0"/>
            <a:r>
              <a:rPr lang="en-US" dirty="0"/>
              <a:t>Click to edit text</a:t>
            </a:r>
          </a:p>
        </p:txBody>
      </p:sp>
      <p:sp>
        <p:nvSpPr>
          <p:cNvPr id="60" name="Text Placeholder 18">
            <a:extLst>
              <a:ext uri="{FF2B5EF4-FFF2-40B4-BE49-F238E27FC236}">
                <a16:creationId xmlns:a16="http://schemas.microsoft.com/office/drawing/2014/main" id="{BE4BBB02-702D-51D6-AB81-8A4A5BA9A803}"/>
              </a:ext>
            </a:extLst>
          </p:cNvPr>
          <p:cNvSpPr>
            <a:spLocks noGrp="1"/>
          </p:cNvSpPr>
          <p:nvPr>
            <p:ph type="body" sz="quarter" idx="172" hasCustomPrompt="1"/>
          </p:nvPr>
        </p:nvSpPr>
        <p:spPr>
          <a:xfrm>
            <a:off x="6520426" y="1464738"/>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61" name="Text Placeholder 30">
            <a:extLst>
              <a:ext uri="{FF2B5EF4-FFF2-40B4-BE49-F238E27FC236}">
                <a16:creationId xmlns:a16="http://schemas.microsoft.com/office/drawing/2014/main" id="{586198E4-25B4-B1A6-D047-4E5786752214}"/>
              </a:ext>
            </a:extLst>
          </p:cNvPr>
          <p:cNvSpPr>
            <a:spLocks noGrp="1"/>
          </p:cNvSpPr>
          <p:nvPr>
            <p:ph type="body" sz="quarter" idx="173" hasCustomPrompt="1"/>
          </p:nvPr>
        </p:nvSpPr>
        <p:spPr>
          <a:xfrm>
            <a:off x="7473038" y="4232937"/>
            <a:ext cx="6858" cy="1645920"/>
          </a:xfrm>
          <a:custGeom>
            <a:avLst/>
            <a:gdLst>
              <a:gd name="connsiteX0" fmla="*/ 0 w 9144"/>
              <a:gd name="connsiteY0" fmla="*/ 0 h 2011680"/>
              <a:gd name="connsiteX1" fmla="*/ 9144 w 9144"/>
              <a:gd name="connsiteY1" fmla="*/ 0 h 2011680"/>
              <a:gd name="connsiteX2" fmla="*/ 9144 w 9144"/>
              <a:gd name="connsiteY2" fmla="*/ 2011680 h 2011680"/>
              <a:gd name="connsiteX3" fmla="*/ 0 w 9144"/>
              <a:gd name="connsiteY3" fmla="*/ 2011680 h 2011680"/>
            </a:gdLst>
            <a:ahLst/>
            <a:cxnLst>
              <a:cxn ang="0">
                <a:pos x="connsiteX0" y="connsiteY0"/>
              </a:cxn>
              <a:cxn ang="0">
                <a:pos x="connsiteX1" y="connsiteY1"/>
              </a:cxn>
              <a:cxn ang="0">
                <a:pos x="connsiteX2" y="connsiteY2"/>
              </a:cxn>
              <a:cxn ang="0">
                <a:pos x="connsiteX3" y="connsiteY3"/>
              </a:cxn>
            </a:cxnLst>
            <a:rect l="l" t="t" r="r" b="b"/>
            <a:pathLst>
              <a:path w="9144" h="2011680">
                <a:moveTo>
                  <a:pt x="0" y="0"/>
                </a:moveTo>
                <a:lnTo>
                  <a:pt x="9144" y="0"/>
                </a:lnTo>
                <a:lnTo>
                  <a:pt x="9144" y="2011680"/>
                </a:lnTo>
                <a:lnTo>
                  <a:pt x="0" y="2011680"/>
                </a:lnTo>
                <a:close/>
              </a:path>
            </a:pathLst>
          </a:custGeom>
          <a:solidFill>
            <a:schemeClr val="tx1"/>
          </a:solidFill>
        </p:spPr>
        <p:txBody>
          <a:bodyPr wrap="square">
            <a:noAutofit/>
          </a:bodyPr>
          <a:lstStyle>
            <a:lvl1pPr algn="l">
              <a:spcBef>
                <a:spcPts val="0"/>
              </a:spcBef>
              <a:defRPr sz="100">
                <a:solidFill>
                  <a:schemeClr val="accent4"/>
                </a:solidFill>
              </a:defRPr>
            </a:lvl1pPr>
            <a:lvl2pPr marL="88104" indent="-83342" algn="l">
              <a:lnSpc>
                <a:spcPct val="90000"/>
              </a:lnSpc>
              <a:spcBef>
                <a:spcPts val="0"/>
              </a:spcBef>
              <a:buFont typeface="Arial" panose="020B0604020202020204" pitchFamily="34" charset="0"/>
              <a:buChar char="•"/>
              <a:tabLst/>
              <a:defRPr sz="750"/>
            </a:lvl2pPr>
          </a:lstStyle>
          <a:p>
            <a:pPr lvl="0"/>
            <a:r>
              <a:rPr lang="en-US" dirty="0"/>
              <a:t>I</a:t>
            </a:r>
          </a:p>
        </p:txBody>
      </p:sp>
      <p:sp>
        <p:nvSpPr>
          <p:cNvPr id="62" name="Text Placeholder 7">
            <a:extLst>
              <a:ext uri="{FF2B5EF4-FFF2-40B4-BE49-F238E27FC236}">
                <a16:creationId xmlns:a16="http://schemas.microsoft.com/office/drawing/2014/main" id="{73F6A48B-D292-D9C3-BB79-1AD381FAD60E}"/>
              </a:ext>
            </a:extLst>
          </p:cNvPr>
          <p:cNvSpPr>
            <a:spLocks noGrp="1"/>
          </p:cNvSpPr>
          <p:nvPr>
            <p:ph type="body" sz="quarter" idx="19"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45" name="Freeform 44">
            <a:extLst>
              <a:ext uri="{FF2B5EF4-FFF2-40B4-BE49-F238E27FC236}">
                <a16:creationId xmlns:a16="http://schemas.microsoft.com/office/drawing/2014/main" id="{C0A72575-1244-CDFD-DB36-951535713D26}"/>
              </a:ext>
            </a:extLst>
          </p:cNvPr>
          <p:cNvSpPr/>
          <p:nvPr userDrawn="1"/>
        </p:nvSpPr>
        <p:spPr>
          <a:xfrm>
            <a:off x="306458" y="3157673"/>
            <a:ext cx="8413195" cy="1028458"/>
          </a:xfrm>
          <a:custGeom>
            <a:avLst/>
            <a:gdLst>
              <a:gd name="connsiteX0" fmla="*/ 0 w 8413195"/>
              <a:gd name="connsiteY0" fmla="*/ 0 h 1028458"/>
              <a:gd name="connsiteX1" fmla="*/ 7865923 w 8413195"/>
              <a:gd name="connsiteY1" fmla="*/ 0 h 1028458"/>
              <a:gd name="connsiteX2" fmla="*/ 8413195 w 8413195"/>
              <a:gd name="connsiteY2" fmla="*/ 514229 h 1028458"/>
              <a:gd name="connsiteX3" fmla="*/ 7865923 w 8413195"/>
              <a:gd name="connsiteY3" fmla="*/ 1028458 h 1028458"/>
              <a:gd name="connsiteX4" fmla="*/ 0 w 8413195"/>
              <a:gd name="connsiteY4" fmla="*/ 1028458 h 1028458"/>
              <a:gd name="connsiteX5" fmla="*/ 0 w 8413195"/>
              <a:gd name="connsiteY5" fmla="*/ 0 h 102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3195" h="1028458">
                <a:moveTo>
                  <a:pt x="0" y="0"/>
                </a:moveTo>
                <a:lnTo>
                  <a:pt x="7865923" y="0"/>
                </a:lnTo>
                <a:lnTo>
                  <a:pt x="8413195" y="514229"/>
                </a:lnTo>
                <a:lnTo>
                  <a:pt x="7865923" y="1028458"/>
                </a:lnTo>
                <a:lnTo>
                  <a:pt x="0" y="1028458"/>
                </a:lnTo>
                <a:lnTo>
                  <a:pt x="0" y="0"/>
                </a:lnTo>
                <a:close/>
              </a:path>
            </a:pathLst>
          </a:custGeom>
          <a:noFill/>
          <a:ln w="31750">
            <a:gradFill>
              <a:gsLst>
                <a:gs pos="15000">
                  <a:schemeClr val="accent2"/>
                </a:gs>
                <a:gs pos="85000">
                  <a:schemeClr val="accent3"/>
                </a:gs>
              </a:gsLst>
              <a:lin ang="0" scaled="0"/>
            </a:gradFill>
          </a:ln>
          <a:scene3d>
            <a:camera prst="orthographicFront"/>
            <a:lightRig rig="balanced" dir="t"/>
          </a:scene3d>
          <a:sp3d/>
        </p:spPr>
        <p:txBody>
          <a:bodyPr vert="horz" wrap="square" lIns="0" tIns="0" rIns="0" bIns="0" rtlCol="0" anchor="ctr" anchorCtr="1">
            <a:noAutofit/>
          </a:bodyPr>
          <a:lstStyle/>
          <a:p>
            <a:pPr lvl="0" indent="0" defTabSz="685783">
              <a:lnSpc>
                <a:spcPct val="110000"/>
              </a:lnSpc>
              <a:spcBef>
                <a:spcPts val="1800"/>
              </a:spcBef>
              <a:buFont typeface="Arial"/>
              <a:buNone/>
            </a:pPr>
            <a:endParaRPr lang="en-US" sz="1500" b="0" i="0" dirty="0">
              <a:solidFill>
                <a:schemeClr val="accent4">
                  <a:alpha val="0"/>
                </a:schemeClr>
              </a:solidFill>
              <a:latin typeface="Spectrum Sans" panose="020B0502020503020304" pitchFamily="34" charset="0"/>
              <a:cs typeface="Spectrum Sans" panose="020B0502020503020304" pitchFamily="34" charset="0"/>
            </a:endParaRPr>
          </a:p>
        </p:txBody>
      </p:sp>
      <p:sp>
        <p:nvSpPr>
          <p:cNvPr id="49" name="Text Placeholder 42">
            <a:extLst>
              <a:ext uri="{FF2B5EF4-FFF2-40B4-BE49-F238E27FC236}">
                <a16:creationId xmlns:a16="http://schemas.microsoft.com/office/drawing/2014/main" id="{0255C4A1-E198-1EF5-EC71-E4415C8F69E3}"/>
              </a:ext>
            </a:extLst>
          </p:cNvPr>
          <p:cNvSpPr>
            <a:spLocks noGrp="1"/>
          </p:cNvSpPr>
          <p:nvPr>
            <p:ph type="body" sz="quarter" idx="174" hasCustomPrompt="1"/>
          </p:nvPr>
        </p:nvSpPr>
        <p:spPr>
          <a:xfrm>
            <a:off x="2335618"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3" name="Text Placeholder 42">
            <a:extLst>
              <a:ext uri="{FF2B5EF4-FFF2-40B4-BE49-F238E27FC236}">
                <a16:creationId xmlns:a16="http://schemas.microsoft.com/office/drawing/2014/main" id="{EB77E7EE-81FA-A367-AA9E-D195502EBA20}"/>
              </a:ext>
            </a:extLst>
          </p:cNvPr>
          <p:cNvSpPr>
            <a:spLocks noGrp="1"/>
          </p:cNvSpPr>
          <p:nvPr>
            <p:ph type="body" sz="quarter" idx="175" hasCustomPrompt="1"/>
          </p:nvPr>
        </p:nvSpPr>
        <p:spPr>
          <a:xfrm>
            <a:off x="3285887"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4" name="Text Placeholder 42">
            <a:extLst>
              <a:ext uri="{FF2B5EF4-FFF2-40B4-BE49-F238E27FC236}">
                <a16:creationId xmlns:a16="http://schemas.microsoft.com/office/drawing/2014/main" id="{6C09FF3F-DF64-9302-CA13-2A37EEFE97F1}"/>
              </a:ext>
            </a:extLst>
          </p:cNvPr>
          <p:cNvSpPr>
            <a:spLocks noGrp="1"/>
          </p:cNvSpPr>
          <p:nvPr>
            <p:ph type="body" sz="quarter" idx="176" hasCustomPrompt="1"/>
          </p:nvPr>
        </p:nvSpPr>
        <p:spPr>
          <a:xfrm>
            <a:off x="4262936"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5" name="Text Placeholder 42">
            <a:extLst>
              <a:ext uri="{FF2B5EF4-FFF2-40B4-BE49-F238E27FC236}">
                <a16:creationId xmlns:a16="http://schemas.microsoft.com/office/drawing/2014/main" id="{F9BBCB1C-6726-6E77-B590-BC01D6F8F1AF}"/>
              </a:ext>
            </a:extLst>
          </p:cNvPr>
          <p:cNvSpPr>
            <a:spLocks noGrp="1"/>
          </p:cNvSpPr>
          <p:nvPr>
            <p:ph type="body" sz="quarter" idx="177" hasCustomPrompt="1"/>
          </p:nvPr>
        </p:nvSpPr>
        <p:spPr>
          <a:xfrm>
            <a:off x="6153802"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6" name="Text Placeholder 42">
            <a:extLst>
              <a:ext uri="{FF2B5EF4-FFF2-40B4-BE49-F238E27FC236}">
                <a16:creationId xmlns:a16="http://schemas.microsoft.com/office/drawing/2014/main" id="{A1A6D53F-8189-5031-0884-BD3ED76A735A}"/>
              </a:ext>
            </a:extLst>
          </p:cNvPr>
          <p:cNvSpPr>
            <a:spLocks noGrp="1"/>
          </p:cNvSpPr>
          <p:nvPr>
            <p:ph type="body" sz="quarter" idx="178" hasCustomPrompt="1"/>
          </p:nvPr>
        </p:nvSpPr>
        <p:spPr>
          <a:xfrm>
            <a:off x="7104071"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7" name="Text Placeholder 42">
            <a:extLst>
              <a:ext uri="{FF2B5EF4-FFF2-40B4-BE49-F238E27FC236}">
                <a16:creationId xmlns:a16="http://schemas.microsoft.com/office/drawing/2014/main" id="{0FC57B65-3168-F4BA-28F0-44D27D2EC423}"/>
              </a:ext>
            </a:extLst>
          </p:cNvPr>
          <p:cNvSpPr>
            <a:spLocks noGrp="1"/>
          </p:cNvSpPr>
          <p:nvPr>
            <p:ph type="body" sz="quarter" idx="179" hasCustomPrompt="1"/>
          </p:nvPr>
        </p:nvSpPr>
        <p:spPr>
          <a:xfrm>
            <a:off x="5199061"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sp>
        <p:nvSpPr>
          <p:cNvPr id="68" name="Text Placeholder 42">
            <a:extLst>
              <a:ext uri="{FF2B5EF4-FFF2-40B4-BE49-F238E27FC236}">
                <a16:creationId xmlns:a16="http://schemas.microsoft.com/office/drawing/2014/main" id="{ACAD8060-4D8F-9E13-B90F-68ABDF5DA332}"/>
              </a:ext>
            </a:extLst>
          </p:cNvPr>
          <p:cNvSpPr>
            <a:spLocks noGrp="1"/>
          </p:cNvSpPr>
          <p:nvPr>
            <p:ph type="body" sz="quarter" idx="180" hasCustomPrompt="1"/>
          </p:nvPr>
        </p:nvSpPr>
        <p:spPr>
          <a:xfrm>
            <a:off x="1394643" y="3303054"/>
            <a:ext cx="731520" cy="731517"/>
          </a:xfrm>
          <a:prstGeom prst="ellipse">
            <a:avLst/>
          </a:prstGeom>
          <a:solidFill>
            <a:schemeClr val="bg1"/>
          </a:solidFill>
          <a:ln w="31750">
            <a:gradFill>
              <a:gsLst>
                <a:gs pos="15000">
                  <a:schemeClr val="accent2"/>
                </a:gs>
                <a:gs pos="85000">
                  <a:schemeClr val="accent3"/>
                </a:gs>
              </a:gsLst>
              <a:lin ang="0" scaled="0"/>
            </a:gradFill>
          </a:ln>
        </p:spPr>
        <p:txBody>
          <a:bodyPr lIns="0" tIns="0" rIns="0" anchor="ctr" anchorCtr="1"/>
          <a:lstStyle>
            <a:lvl1pPr algn="ctr">
              <a:lnSpc>
                <a:spcPct val="90000"/>
              </a:lnSpc>
              <a:defRPr sz="1050" b="0" i="0">
                <a:solidFill>
                  <a:schemeClr val="accent1"/>
                </a:solidFill>
                <a:latin typeface="Spectrum Sans" panose="020B0502020503020304" pitchFamily="34" charset="0"/>
                <a:cs typeface="Spectrum Sans" panose="020B0502020503020304" pitchFamily="34" charset="0"/>
              </a:defRPr>
            </a:lvl1pPr>
            <a:lvl2pPr marL="4763" indent="0" algn="ctr">
              <a:lnSpc>
                <a:spcPct val="90000"/>
              </a:lnSpc>
              <a:spcBef>
                <a:spcPts val="450"/>
              </a:spcBef>
              <a:buNone/>
              <a:defRPr sz="750">
                <a:solidFill>
                  <a:schemeClr val="tx1">
                    <a:lumMod val="75000"/>
                    <a:lumOff val="25000"/>
                  </a:schemeClr>
                </a:solidFill>
              </a:defRPr>
            </a:lvl2pPr>
            <a:lvl3pPr marL="129775" indent="0" algn="ctr">
              <a:buNone/>
              <a:defRPr>
                <a:solidFill>
                  <a:schemeClr val="bg1"/>
                </a:solidFill>
              </a:defRPr>
            </a:lvl3pPr>
            <a:lvl4pPr marL="259550" indent="0" algn="ctr">
              <a:buNone/>
              <a:defRPr>
                <a:solidFill>
                  <a:schemeClr val="bg1"/>
                </a:solidFill>
              </a:defRPr>
            </a:lvl4pPr>
            <a:lvl5pPr marL="259550" indent="0" algn="ctr">
              <a:buNone/>
              <a:defRPr>
                <a:solidFill>
                  <a:schemeClr val="bg1"/>
                </a:solidFill>
              </a:defRPr>
            </a:lvl5pPr>
          </a:lstStyle>
          <a:p>
            <a:pPr lvl="0"/>
            <a:r>
              <a:rPr lang="en-US" dirty="0"/>
              <a:t>Text</a:t>
            </a:r>
          </a:p>
        </p:txBody>
      </p:sp>
      <p:grpSp>
        <p:nvGrpSpPr>
          <p:cNvPr id="3" name="Group 2">
            <a:extLst>
              <a:ext uri="{FF2B5EF4-FFF2-40B4-BE49-F238E27FC236}">
                <a16:creationId xmlns:a16="http://schemas.microsoft.com/office/drawing/2014/main" id="{129DC71B-7D9F-52DF-FB83-FFABAE31201A}"/>
              </a:ext>
            </a:extLst>
          </p:cNvPr>
          <p:cNvGrpSpPr/>
          <p:nvPr userDrawn="1"/>
        </p:nvGrpSpPr>
        <p:grpSpPr>
          <a:xfrm>
            <a:off x="7877516" y="6374712"/>
            <a:ext cx="892520" cy="186437"/>
            <a:chOff x="10615642" y="6334107"/>
            <a:chExt cx="1079469" cy="225489"/>
          </a:xfrm>
        </p:grpSpPr>
        <p:sp>
          <p:nvSpPr>
            <p:cNvPr id="4" name="Freeform 3">
              <a:extLst>
                <a:ext uri="{FF2B5EF4-FFF2-40B4-BE49-F238E27FC236}">
                  <a16:creationId xmlns:a16="http://schemas.microsoft.com/office/drawing/2014/main" id="{0AFE7869-4A1B-84C3-5F92-43A09895B99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CF8F182F-9E09-EE23-4E23-C9FE2E47B782}"/>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A1D07A4D-E2D4-91B4-8044-00ACBABDB701}"/>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680CA75B-E38E-4109-F9A6-CF7BE0F3C5A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180733C6-4F5F-626F-A7AC-184B27D8346E}"/>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EA8ABBD-F103-29E0-8175-520AE96AB801}"/>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B2CDCA8-C266-1EC9-E506-BB1A666818E5}"/>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9DD227E-EF7D-9622-2291-F98C9C1F5394}"/>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85B1EB1-29CB-069F-FEDB-16A0B85011C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51662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 Process Slide White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375094" cy="328304"/>
          </a:xfrm>
        </p:spPr>
        <p:txBody>
          <a:bodyPr/>
          <a:lstStyle/>
          <a:p>
            <a:r>
              <a:rPr lang="en-US" dirty="0"/>
              <a:t>Timeline / Process Slide White B</a:t>
            </a:r>
          </a:p>
        </p:txBody>
      </p:sp>
      <p:sp>
        <p:nvSpPr>
          <p:cNvPr id="2" name="Vertical Text Placeholder 31">
            <a:extLst>
              <a:ext uri="{FF2B5EF4-FFF2-40B4-BE49-F238E27FC236}">
                <a16:creationId xmlns:a16="http://schemas.microsoft.com/office/drawing/2014/main" id="{8F0D91E3-EE8F-EFE5-E060-429819E9CB60}"/>
              </a:ext>
            </a:extLst>
          </p:cNvPr>
          <p:cNvSpPr>
            <a:spLocks noGrp="1"/>
          </p:cNvSpPr>
          <p:nvPr>
            <p:ph type="body" orient="vert" sz="quarter" idx="13" hasCustomPrompt="1"/>
          </p:nvPr>
        </p:nvSpPr>
        <p:spPr>
          <a:xfrm>
            <a:off x="321470"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5" name="Text Placeholder 9">
            <a:extLst>
              <a:ext uri="{FF2B5EF4-FFF2-40B4-BE49-F238E27FC236}">
                <a16:creationId xmlns:a16="http://schemas.microsoft.com/office/drawing/2014/main" id="{1AC87F57-EEEA-AF83-6845-C7F5D4B295DC}"/>
              </a:ext>
            </a:extLst>
          </p:cNvPr>
          <p:cNvSpPr>
            <a:spLocks noGrp="1"/>
          </p:cNvSpPr>
          <p:nvPr>
            <p:ph type="body" sz="quarter" idx="36" hasCustomPrompt="1"/>
          </p:nvPr>
        </p:nvSpPr>
        <p:spPr>
          <a:xfrm>
            <a:off x="1745155" y="2496851"/>
            <a:ext cx="1490740"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2E74E5"/>
                </a:gs>
                <a:gs pos="100000">
                  <a:srgbClr val="2587C1"/>
                </a:gs>
              </a:gsLst>
              <a:lin ang="0" scaled="0"/>
            </a:gradFill>
          </a:ln>
        </p:spPr>
        <p:txBody>
          <a:bodyPr vert="horz" wrap="square" lIns="0" tIns="0" rIns="0" bIns="0" rtlCol="0">
            <a:noAutofit/>
          </a:bodyPr>
          <a:lstStyle>
            <a:lvl1pPr>
              <a:defRPr lang="en-US" sz="100" dirty="0">
                <a:solidFill>
                  <a:schemeClr val="tx1">
                    <a:lumMod val="75000"/>
                    <a:lumOff val="25000"/>
                    <a:alpha val="0"/>
                  </a:schemeClr>
                </a:solidFill>
              </a:defRPr>
            </a:lvl1pPr>
          </a:lstStyle>
          <a:p>
            <a:pPr lvl="0"/>
            <a:r>
              <a:rPr lang="en-US" dirty="0"/>
              <a:t>e</a:t>
            </a:r>
          </a:p>
        </p:txBody>
      </p:sp>
      <p:sp>
        <p:nvSpPr>
          <p:cNvPr id="34" name="Text Placeholder 16">
            <a:extLst>
              <a:ext uri="{FF2B5EF4-FFF2-40B4-BE49-F238E27FC236}">
                <a16:creationId xmlns:a16="http://schemas.microsoft.com/office/drawing/2014/main" id="{14BFD7C5-7611-C020-F0F6-3D9A8B830956}"/>
              </a:ext>
            </a:extLst>
          </p:cNvPr>
          <p:cNvSpPr>
            <a:spLocks noGrp="1"/>
          </p:cNvSpPr>
          <p:nvPr>
            <p:ph type="body" sz="quarter" idx="37"/>
          </p:nvPr>
        </p:nvSpPr>
        <p:spPr>
          <a:xfrm>
            <a:off x="314955" y="2496851"/>
            <a:ext cx="1490740" cy="457200"/>
          </a:xfrm>
          <a:custGeom>
            <a:avLst/>
            <a:gdLst>
              <a:gd name="connsiteX0" fmla="*/ 0 w 2204163"/>
              <a:gd name="connsiteY0" fmla="*/ 0 h 457200"/>
              <a:gd name="connsiteX1" fmla="*/ 169274 w 2204163"/>
              <a:gd name="connsiteY1" fmla="*/ 0 h 457200"/>
              <a:gd name="connsiteX2" fmla="*/ 1632247 w 2204163"/>
              <a:gd name="connsiteY2" fmla="*/ 0 h 457200"/>
              <a:gd name="connsiteX3" fmla="*/ 1975563 w 2204163"/>
              <a:gd name="connsiteY3" fmla="*/ 0 h 457200"/>
              <a:gd name="connsiteX4" fmla="*/ 2204163 w 2204163"/>
              <a:gd name="connsiteY4" fmla="*/ 228600 h 457200"/>
              <a:gd name="connsiteX5" fmla="*/ 1975563 w 2204163"/>
              <a:gd name="connsiteY5" fmla="*/ 457200 h 457200"/>
              <a:gd name="connsiteX6" fmla="*/ 1632247 w 2204163"/>
              <a:gd name="connsiteY6" fmla="*/ 457200 h 457200"/>
              <a:gd name="connsiteX7" fmla="*/ 169274 w 2204163"/>
              <a:gd name="connsiteY7" fmla="*/ 457200 h 457200"/>
              <a:gd name="connsiteX8" fmla="*/ 0 w 2204163"/>
              <a:gd name="connsiteY8"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4163" h="457200">
                <a:moveTo>
                  <a:pt x="0" y="0"/>
                </a:moveTo>
                <a:lnTo>
                  <a:pt x="169274" y="0"/>
                </a:lnTo>
                <a:lnTo>
                  <a:pt x="1632247" y="0"/>
                </a:lnTo>
                <a:lnTo>
                  <a:pt x="1975563" y="0"/>
                </a:lnTo>
                <a:lnTo>
                  <a:pt x="2204163" y="228600"/>
                </a:lnTo>
                <a:lnTo>
                  <a:pt x="1975563" y="457200"/>
                </a:lnTo>
                <a:lnTo>
                  <a:pt x="1632247" y="457200"/>
                </a:lnTo>
                <a:lnTo>
                  <a:pt x="169274" y="457200"/>
                </a:lnTo>
                <a:lnTo>
                  <a:pt x="0" y="457200"/>
                </a:lnTo>
                <a:close/>
              </a:path>
            </a:pathLst>
          </a:custGeom>
          <a:noFill/>
          <a:ln w="31750">
            <a:solidFill>
              <a:schemeClr val="accent2"/>
            </a:solidFill>
          </a:ln>
        </p:spPr>
        <p:txBody>
          <a:bodyPr wrap="square">
            <a:noAutofit/>
          </a:bodyPr>
          <a:lstStyle>
            <a:lvl1pPr>
              <a:defRPr sz="100">
                <a:solidFill>
                  <a:schemeClr val="tx1">
                    <a:lumMod val="75000"/>
                    <a:lumOff val="25000"/>
                    <a:alpha val="0"/>
                  </a:schemeClr>
                </a:solidFill>
              </a:defRPr>
            </a:lvl1pPr>
            <a:lvl2pPr>
              <a:defRPr sz="100">
                <a:solidFill>
                  <a:schemeClr val="tx1">
                    <a:lumMod val="75000"/>
                    <a:lumOff val="25000"/>
                    <a:alpha val="0"/>
                  </a:schemeClr>
                </a:solidFill>
              </a:defRPr>
            </a:lvl2pPr>
            <a:lvl3pPr>
              <a:defRPr sz="100">
                <a:solidFill>
                  <a:schemeClr val="tx1">
                    <a:lumMod val="75000"/>
                    <a:lumOff val="25000"/>
                    <a:alpha val="0"/>
                  </a:schemeClr>
                </a:solidFill>
              </a:defRPr>
            </a:lvl3pPr>
            <a:lvl4pPr>
              <a:defRPr sz="100">
                <a:solidFill>
                  <a:schemeClr val="tx1">
                    <a:lumMod val="75000"/>
                    <a:lumOff val="25000"/>
                    <a:alpha val="0"/>
                  </a:schemeClr>
                </a:solidFill>
              </a:defRPr>
            </a:lvl4pPr>
            <a:lvl5pPr>
              <a:defRPr sz="100">
                <a:solidFill>
                  <a:schemeClr val="tx1">
                    <a:lumMod val="75000"/>
                    <a:lumOff val="25000"/>
                    <a:alpha val="0"/>
                  </a:schemeClr>
                </a:solidFill>
              </a:defRPr>
            </a:lvl5pPr>
          </a:lstStyle>
          <a:p>
            <a:pPr lvl="0"/>
            <a:r>
              <a:rPr lang="en-US"/>
              <a:t>Click to edit Master text styles</a:t>
            </a:r>
          </a:p>
        </p:txBody>
      </p:sp>
      <p:sp>
        <p:nvSpPr>
          <p:cNvPr id="39" name="Text Placeholder 19">
            <a:extLst>
              <a:ext uri="{FF2B5EF4-FFF2-40B4-BE49-F238E27FC236}">
                <a16:creationId xmlns:a16="http://schemas.microsoft.com/office/drawing/2014/main" id="{D10A43AA-1E6F-08C4-6687-750A2F7FB34F}"/>
              </a:ext>
            </a:extLst>
          </p:cNvPr>
          <p:cNvSpPr>
            <a:spLocks noGrp="1"/>
          </p:cNvSpPr>
          <p:nvPr>
            <p:ph type="body" sz="quarter" idx="42" hasCustomPrompt="1"/>
          </p:nvPr>
        </p:nvSpPr>
        <p:spPr>
          <a:xfrm>
            <a:off x="321470" y="1701133"/>
            <a:ext cx="858257" cy="619877"/>
          </a:xfrm>
          <a:prstGeom prst="rect">
            <a:avLst/>
          </a:prstGeom>
        </p:spPr>
        <p:txBody>
          <a:bodyPr/>
          <a:lstStyle>
            <a:lvl1pPr>
              <a:defRPr lang="en-US" sz="4050" b="0" i="0" baseline="0" dirty="0">
                <a:solidFill>
                  <a:schemeClr val="accent2"/>
                </a:solidFill>
              </a:defRPr>
            </a:lvl1pPr>
          </a:lstStyle>
          <a:p>
            <a:pPr lvl="0"/>
            <a:r>
              <a:rPr lang="en-US" dirty="0"/>
              <a:t>01</a:t>
            </a:r>
          </a:p>
        </p:txBody>
      </p:sp>
      <p:sp>
        <p:nvSpPr>
          <p:cNvPr id="40" name="Text Placeholder 19">
            <a:extLst>
              <a:ext uri="{FF2B5EF4-FFF2-40B4-BE49-F238E27FC236}">
                <a16:creationId xmlns:a16="http://schemas.microsoft.com/office/drawing/2014/main" id="{C5C52B50-8714-6BB2-291B-5B6F0B35A975}"/>
              </a:ext>
            </a:extLst>
          </p:cNvPr>
          <p:cNvSpPr>
            <a:spLocks noGrp="1"/>
          </p:cNvSpPr>
          <p:nvPr>
            <p:ph type="body" sz="quarter" idx="43" hasCustomPrompt="1"/>
          </p:nvPr>
        </p:nvSpPr>
        <p:spPr>
          <a:xfrm>
            <a:off x="1745156" y="1701133"/>
            <a:ext cx="858257" cy="619877"/>
          </a:xfrm>
          <a:prstGeom prst="rect">
            <a:avLst/>
          </a:prstGeom>
        </p:spPr>
        <p:txBody>
          <a:bodyPr/>
          <a:lstStyle>
            <a:lvl1pPr>
              <a:defRPr lang="en-US" sz="4050" b="0" i="0" baseline="0" dirty="0">
                <a:solidFill>
                  <a:srgbClr val="2E74E5"/>
                </a:solidFill>
              </a:defRPr>
            </a:lvl1pPr>
          </a:lstStyle>
          <a:p>
            <a:pPr lvl="0"/>
            <a:r>
              <a:rPr lang="en-US" dirty="0"/>
              <a:t>02</a:t>
            </a:r>
          </a:p>
        </p:txBody>
      </p:sp>
      <p:sp>
        <p:nvSpPr>
          <p:cNvPr id="41" name="Text Placeholder 19">
            <a:extLst>
              <a:ext uri="{FF2B5EF4-FFF2-40B4-BE49-F238E27FC236}">
                <a16:creationId xmlns:a16="http://schemas.microsoft.com/office/drawing/2014/main" id="{6D500861-9C80-DEB4-8BC8-6153BBCC72EB}"/>
              </a:ext>
            </a:extLst>
          </p:cNvPr>
          <p:cNvSpPr>
            <a:spLocks noGrp="1"/>
          </p:cNvSpPr>
          <p:nvPr>
            <p:ph type="body" sz="quarter" idx="44" hasCustomPrompt="1"/>
          </p:nvPr>
        </p:nvSpPr>
        <p:spPr>
          <a:xfrm>
            <a:off x="3168842" y="1701133"/>
            <a:ext cx="858257" cy="619877"/>
          </a:xfrm>
          <a:prstGeom prst="rect">
            <a:avLst/>
          </a:prstGeom>
        </p:spPr>
        <p:txBody>
          <a:bodyPr/>
          <a:lstStyle>
            <a:lvl1pPr>
              <a:defRPr lang="en-US" sz="4050" b="0" i="0" baseline="0" dirty="0">
                <a:solidFill>
                  <a:srgbClr val="2587C1"/>
                </a:solidFill>
              </a:defRPr>
            </a:lvl1pPr>
          </a:lstStyle>
          <a:p>
            <a:pPr lvl="0"/>
            <a:r>
              <a:rPr lang="en-US" dirty="0"/>
              <a:t>03</a:t>
            </a:r>
          </a:p>
        </p:txBody>
      </p:sp>
      <p:sp>
        <p:nvSpPr>
          <p:cNvPr id="42" name="Text Placeholder 19">
            <a:extLst>
              <a:ext uri="{FF2B5EF4-FFF2-40B4-BE49-F238E27FC236}">
                <a16:creationId xmlns:a16="http://schemas.microsoft.com/office/drawing/2014/main" id="{AE61CCEB-5133-A251-EA3C-AED3CB8B5990}"/>
              </a:ext>
            </a:extLst>
          </p:cNvPr>
          <p:cNvSpPr>
            <a:spLocks noGrp="1"/>
          </p:cNvSpPr>
          <p:nvPr>
            <p:ph type="body" sz="quarter" idx="45" hasCustomPrompt="1"/>
          </p:nvPr>
        </p:nvSpPr>
        <p:spPr>
          <a:xfrm>
            <a:off x="4595000" y="1701133"/>
            <a:ext cx="858257" cy="619877"/>
          </a:xfrm>
          <a:prstGeom prst="rect">
            <a:avLst/>
          </a:prstGeom>
        </p:spPr>
        <p:txBody>
          <a:bodyPr/>
          <a:lstStyle>
            <a:lvl1pPr>
              <a:defRPr lang="en-US" sz="4050" b="0" i="0" baseline="0" dirty="0">
                <a:solidFill>
                  <a:srgbClr val="1D999E"/>
                </a:solidFill>
              </a:defRPr>
            </a:lvl1pPr>
          </a:lstStyle>
          <a:p>
            <a:pPr lvl="0"/>
            <a:r>
              <a:rPr lang="en-US" dirty="0"/>
              <a:t>04</a:t>
            </a:r>
          </a:p>
        </p:txBody>
      </p:sp>
      <p:sp>
        <p:nvSpPr>
          <p:cNvPr id="43" name="Text Placeholder 19">
            <a:extLst>
              <a:ext uri="{FF2B5EF4-FFF2-40B4-BE49-F238E27FC236}">
                <a16:creationId xmlns:a16="http://schemas.microsoft.com/office/drawing/2014/main" id="{7F1035F6-3F46-5AD6-3A03-DBC019974526}"/>
              </a:ext>
            </a:extLst>
          </p:cNvPr>
          <p:cNvSpPr>
            <a:spLocks noGrp="1"/>
          </p:cNvSpPr>
          <p:nvPr>
            <p:ph type="body" sz="quarter" idx="46" hasCustomPrompt="1"/>
          </p:nvPr>
        </p:nvSpPr>
        <p:spPr>
          <a:xfrm>
            <a:off x="6020582" y="1701133"/>
            <a:ext cx="858257" cy="619877"/>
          </a:xfrm>
          <a:prstGeom prst="rect">
            <a:avLst/>
          </a:prstGeom>
        </p:spPr>
        <p:txBody>
          <a:bodyPr/>
          <a:lstStyle>
            <a:lvl1pPr>
              <a:defRPr lang="en-US" sz="4050" b="0" i="0" baseline="0" dirty="0">
                <a:solidFill>
                  <a:srgbClr val="13AE78"/>
                </a:solidFill>
              </a:defRPr>
            </a:lvl1pPr>
          </a:lstStyle>
          <a:p>
            <a:pPr lvl="0"/>
            <a:r>
              <a:rPr lang="en-US" dirty="0"/>
              <a:t>05</a:t>
            </a:r>
          </a:p>
        </p:txBody>
      </p:sp>
      <p:sp>
        <p:nvSpPr>
          <p:cNvPr id="44" name="Text Placeholder 19">
            <a:extLst>
              <a:ext uri="{FF2B5EF4-FFF2-40B4-BE49-F238E27FC236}">
                <a16:creationId xmlns:a16="http://schemas.microsoft.com/office/drawing/2014/main" id="{123690CA-59B6-EB2E-1ADE-00438E1BD817}"/>
              </a:ext>
            </a:extLst>
          </p:cNvPr>
          <p:cNvSpPr>
            <a:spLocks noGrp="1"/>
          </p:cNvSpPr>
          <p:nvPr>
            <p:ph type="body" sz="quarter" idx="47" hasCustomPrompt="1"/>
          </p:nvPr>
        </p:nvSpPr>
        <p:spPr>
          <a:xfrm>
            <a:off x="7457069" y="1701133"/>
            <a:ext cx="858257" cy="619877"/>
          </a:xfrm>
          <a:prstGeom prst="rect">
            <a:avLst/>
          </a:prstGeom>
        </p:spPr>
        <p:txBody>
          <a:bodyPr/>
          <a:lstStyle>
            <a:lvl1pPr>
              <a:defRPr lang="en-US" sz="4050" b="0" i="0" baseline="0" dirty="0">
                <a:solidFill>
                  <a:schemeClr val="accent3"/>
                </a:solidFill>
              </a:defRPr>
            </a:lvl1pPr>
          </a:lstStyle>
          <a:p>
            <a:pPr lvl="0"/>
            <a:r>
              <a:rPr lang="en-US" dirty="0"/>
              <a:t>06</a:t>
            </a:r>
          </a:p>
        </p:txBody>
      </p:sp>
      <p:sp>
        <p:nvSpPr>
          <p:cNvPr id="45" name="Vertical Text Placeholder 31">
            <a:extLst>
              <a:ext uri="{FF2B5EF4-FFF2-40B4-BE49-F238E27FC236}">
                <a16:creationId xmlns:a16="http://schemas.microsoft.com/office/drawing/2014/main" id="{E3F57865-2A21-0310-1C8C-0A605C89D88B}"/>
              </a:ext>
            </a:extLst>
          </p:cNvPr>
          <p:cNvSpPr>
            <a:spLocks noGrp="1"/>
          </p:cNvSpPr>
          <p:nvPr>
            <p:ph type="body" orient="vert" sz="quarter" idx="48" hasCustomPrompt="1"/>
          </p:nvPr>
        </p:nvSpPr>
        <p:spPr>
          <a:xfrm>
            <a:off x="1745979"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46" name="Vertical Text Placeholder 31">
            <a:extLst>
              <a:ext uri="{FF2B5EF4-FFF2-40B4-BE49-F238E27FC236}">
                <a16:creationId xmlns:a16="http://schemas.microsoft.com/office/drawing/2014/main" id="{B3967264-829E-E592-C1CF-890C0C5AFEDA}"/>
              </a:ext>
            </a:extLst>
          </p:cNvPr>
          <p:cNvSpPr>
            <a:spLocks noGrp="1"/>
          </p:cNvSpPr>
          <p:nvPr>
            <p:ph type="body" orient="vert" sz="quarter" idx="49" hasCustomPrompt="1"/>
          </p:nvPr>
        </p:nvSpPr>
        <p:spPr>
          <a:xfrm>
            <a:off x="3170491"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47" name="Vertical Text Placeholder 31">
            <a:extLst>
              <a:ext uri="{FF2B5EF4-FFF2-40B4-BE49-F238E27FC236}">
                <a16:creationId xmlns:a16="http://schemas.microsoft.com/office/drawing/2014/main" id="{FB58F65B-B7D6-1D55-F2C8-9A757A0E6809}"/>
              </a:ext>
            </a:extLst>
          </p:cNvPr>
          <p:cNvSpPr>
            <a:spLocks noGrp="1"/>
          </p:cNvSpPr>
          <p:nvPr>
            <p:ph type="body" orient="vert" sz="quarter" idx="50" hasCustomPrompt="1"/>
          </p:nvPr>
        </p:nvSpPr>
        <p:spPr>
          <a:xfrm>
            <a:off x="4595001"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48" name="Vertical Text Placeholder 31">
            <a:extLst>
              <a:ext uri="{FF2B5EF4-FFF2-40B4-BE49-F238E27FC236}">
                <a16:creationId xmlns:a16="http://schemas.microsoft.com/office/drawing/2014/main" id="{0D7A3B54-B15A-092E-20AE-701B746E6389}"/>
              </a:ext>
            </a:extLst>
          </p:cNvPr>
          <p:cNvSpPr>
            <a:spLocks noGrp="1"/>
          </p:cNvSpPr>
          <p:nvPr>
            <p:ph type="body" orient="vert" sz="quarter" idx="51" hasCustomPrompt="1"/>
          </p:nvPr>
        </p:nvSpPr>
        <p:spPr>
          <a:xfrm>
            <a:off x="6019511"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49" name="Vertical Text Placeholder 31">
            <a:extLst>
              <a:ext uri="{FF2B5EF4-FFF2-40B4-BE49-F238E27FC236}">
                <a16:creationId xmlns:a16="http://schemas.microsoft.com/office/drawing/2014/main" id="{E34938CF-1CCB-E421-3BDD-31D09BD34D4E}"/>
              </a:ext>
            </a:extLst>
          </p:cNvPr>
          <p:cNvSpPr>
            <a:spLocks noGrp="1"/>
          </p:cNvSpPr>
          <p:nvPr>
            <p:ph type="body" orient="vert" sz="quarter" idx="52" hasCustomPrompt="1"/>
          </p:nvPr>
        </p:nvSpPr>
        <p:spPr>
          <a:xfrm>
            <a:off x="7444021" y="3205930"/>
            <a:ext cx="1338167" cy="1950941"/>
          </a:xfrm>
          <a:prstGeom prst="rect">
            <a:avLst/>
          </a:prstGeom>
        </p:spPr>
        <p:txBody>
          <a:bodyPr vert="horz"/>
          <a:lstStyle>
            <a:lvl1pPr>
              <a:defRPr sz="1000">
                <a:solidFill>
                  <a:schemeClr val="tx1"/>
                </a:solidFill>
              </a:defRPr>
            </a:lvl1pPr>
            <a:lvl2pPr>
              <a:spcBef>
                <a:spcPts val="450"/>
              </a:spcBef>
              <a:defRPr sz="1050">
                <a:solidFill>
                  <a:schemeClr val="tx1">
                    <a:lumMod val="85000"/>
                    <a:lumOff val="15000"/>
                  </a:schemeClr>
                </a:solidFill>
              </a:defRPr>
            </a:lvl2pPr>
            <a:lvl3pPr>
              <a:defRPr sz="900">
                <a:solidFill>
                  <a:schemeClr val="tx1">
                    <a:lumMod val="85000"/>
                    <a:lumOff val="15000"/>
                  </a:schemeClr>
                </a:solidFill>
              </a:defRPr>
            </a:lvl3pPr>
            <a:lvl4pPr>
              <a:defRPr sz="788">
                <a:solidFill>
                  <a:schemeClr val="tx1">
                    <a:lumMod val="85000"/>
                    <a:lumOff val="15000"/>
                  </a:schemeClr>
                </a:solidFill>
              </a:defRPr>
            </a:lvl4pPr>
            <a:lvl5pPr>
              <a:defRPr sz="788">
                <a:solidFill>
                  <a:schemeClr val="tx1">
                    <a:lumMod val="85000"/>
                    <a:lumOff val="15000"/>
                  </a:schemeClr>
                </a:solidFill>
              </a:defRPr>
            </a:lvl5pPr>
          </a:lstStyle>
          <a:p>
            <a:pPr lvl="0"/>
            <a:r>
              <a:rPr lang="en-US" dirty="0"/>
              <a:t>Click to edit text</a:t>
            </a:r>
          </a:p>
        </p:txBody>
      </p:sp>
      <p:sp>
        <p:nvSpPr>
          <p:cNvPr id="12" name="Date Placeholder 11">
            <a:extLst>
              <a:ext uri="{FF2B5EF4-FFF2-40B4-BE49-F238E27FC236}">
                <a16:creationId xmlns:a16="http://schemas.microsoft.com/office/drawing/2014/main" id="{F52B331F-24E1-39BD-5FDC-DC8AB50DBE01}"/>
              </a:ext>
            </a:extLst>
          </p:cNvPr>
          <p:cNvSpPr>
            <a:spLocks noGrp="1"/>
          </p:cNvSpPr>
          <p:nvPr>
            <p:ph type="dt" sz="half" idx="53"/>
          </p:nvPr>
        </p:nvSpPr>
        <p:spPr/>
        <p:txBody>
          <a:bodyPr/>
          <a:lstStyle/>
          <a:p>
            <a:fld id="{46D0337B-D24C-3E4E-8F1D-455875C91033}" type="datetime1">
              <a:rPr lang="en-US" smtClean="0"/>
              <a:t>5/26/2026</a:t>
            </a:fld>
            <a:endParaRPr lang="en-US"/>
          </a:p>
        </p:txBody>
      </p:sp>
      <p:sp>
        <p:nvSpPr>
          <p:cNvPr id="13" name="Footer Placeholder 12">
            <a:extLst>
              <a:ext uri="{FF2B5EF4-FFF2-40B4-BE49-F238E27FC236}">
                <a16:creationId xmlns:a16="http://schemas.microsoft.com/office/drawing/2014/main" id="{2541AF44-0282-B21A-FD50-8C97ECFF9948}"/>
              </a:ext>
            </a:extLst>
          </p:cNvPr>
          <p:cNvSpPr>
            <a:spLocks noGrp="1"/>
          </p:cNvSpPr>
          <p:nvPr>
            <p:ph type="ftr" sz="quarter" idx="54"/>
          </p:nvPr>
        </p:nvSpPr>
        <p:spPr/>
        <p:txBody>
          <a:bodyPr/>
          <a:lstStyle/>
          <a:p>
            <a:r>
              <a:rPr lang="en-US"/>
              <a:t>Confidential</a:t>
            </a:r>
          </a:p>
        </p:txBody>
      </p:sp>
      <p:sp>
        <p:nvSpPr>
          <p:cNvPr id="14" name="Slide Number Placeholder 13">
            <a:extLst>
              <a:ext uri="{FF2B5EF4-FFF2-40B4-BE49-F238E27FC236}">
                <a16:creationId xmlns:a16="http://schemas.microsoft.com/office/drawing/2014/main" id="{5338FDF6-57CD-5F04-50EF-EB8F0DE811C7}"/>
              </a:ext>
            </a:extLst>
          </p:cNvPr>
          <p:cNvSpPr>
            <a:spLocks noGrp="1"/>
          </p:cNvSpPr>
          <p:nvPr>
            <p:ph type="sldNum" sz="quarter" idx="55"/>
          </p:nvPr>
        </p:nvSpPr>
        <p:spPr/>
        <p:txBody>
          <a:bodyPr/>
          <a:lstStyle/>
          <a:p>
            <a:fld id="{A82C3BC0-3EBF-3C4C-A3D8-795624EBC6AA}" type="slidenum">
              <a:rPr lang="en-US" smtClean="0"/>
              <a:pPr/>
              <a:t>‹#›</a:t>
            </a:fld>
            <a:endParaRPr lang="en-US"/>
          </a:p>
        </p:txBody>
      </p:sp>
      <p:sp>
        <p:nvSpPr>
          <p:cNvPr id="11" name="Rectangle 10">
            <a:extLst>
              <a:ext uri="{FF2B5EF4-FFF2-40B4-BE49-F238E27FC236}">
                <a16:creationId xmlns:a16="http://schemas.microsoft.com/office/drawing/2014/main" id="{FA76EE63-75AD-83D8-026D-AA033871EB78}"/>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9" name="Text Placeholder 9">
            <a:extLst>
              <a:ext uri="{FF2B5EF4-FFF2-40B4-BE49-F238E27FC236}">
                <a16:creationId xmlns:a16="http://schemas.microsoft.com/office/drawing/2014/main" id="{0B6E9C5A-A7A2-FAEF-4E56-0ADACC1FBBE4}"/>
              </a:ext>
            </a:extLst>
          </p:cNvPr>
          <p:cNvSpPr>
            <a:spLocks noGrp="1"/>
          </p:cNvSpPr>
          <p:nvPr>
            <p:ph type="body" sz="quarter" idx="62" hasCustomPrompt="1"/>
          </p:nvPr>
        </p:nvSpPr>
        <p:spPr>
          <a:xfrm>
            <a:off x="3172511" y="2496851"/>
            <a:ext cx="1490740"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2587C1"/>
                </a:gs>
                <a:gs pos="100000">
                  <a:srgbClr val="1D999E"/>
                </a:gs>
              </a:gsLst>
              <a:lin ang="0" scaled="0"/>
            </a:gradFill>
          </a:ln>
        </p:spPr>
        <p:txBody>
          <a:bodyPr vert="horz" wrap="square" lIns="0" tIns="0" rIns="0" bIns="0" rtlCol="0">
            <a:noAutofit/>
          </a:bodyPr>
          <a:lstStyle>
            <a:lvl1pPr>
              <a:defRPr lang="en-US" sz="100" dirty="0">
                <a:solidFill>
                  <a:schemeClr val="tx1">
                    <a:lumMod val="75000"/>
                    <a:lumOff val="25000"/>
                    <a:alpha val="0"/>
                  </a:schemeClr>
                </a:solidFill>
              </a:defRPr>
            </a:lvl1pPr>
          </a:lstStyle>
          <a:p>
            <a:pPr lvl="0"/>
            <a:r>
              <a:rPr lang="en-US" dirty="0"/>
              <a:t>e</a:t>
            </a:r>
          </a:p>
        </p:txBody>
      </p:sp>
      <p:sp>
        <p:nvSpPr>
          <p:cNvPr id="30" name="Text Placeholder 9">
            <a:extLst>
              <a:ext uri="{FF2B5EF4-FFF2-40B4-BE49-F238E27FC236}">
                <a16:creationId xmlns:a16="http://schemas.microsoft.com/office/drawing/2014/main" id="{BB7F5731-FD1C-3EEC-8CDB-46DD4D7D19DC}"/>
              </a:ext>
            </a:extLst>
          </p:cNvPr>
          <p:cNvSpPr>
            <a:spLocks noGrp="1"/>
          </p:cNvSpPr>
          <p:nvPr>
            <p:ph type="body" sz="quarter" idx="63" hasCustomPrompt="1"/>
          </p:nvPr>
        </p:nvSpPr>
        <p:spPr>
          <a:xfrm>
            <a:off x="4605444" y="2496851"/>
            <a:ext cx="1490740"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1D999E"/>
                </a:gs>
                <a:gs pos="100000">
                  <a:srgbClr val="13AE78"/>
                </a:gs>
              </a:gsLst>
              <a:lin ang="0" scaled="0"/>
            </a:gradFill>
          </a:ln>
        </p:spPr>
        <p:txBody>
          <a:bodyPr vert="horz" wrap="square" lIns="0" tIns="0" rIns="0" bIns="0" rtlCol="0">
            <a:noAutofit/>
          </a:bodyPr>
          <a:lstStyle>
            <a:lvl1pPr>
              <a:defRPr lang="en-US" sz="100" dirty="0">
                <a:solidFill>
                  <a:schemeClr val="accent2">
                    <a:alpha val="0"/>
                  </a:schemeClr>
                </a:solidFill>
              </a:defRPr>
            </a:lvl1pPr>
          </a:lstStyle>
          <a:p>
            <a:pPr lvl="0"/>
            <a:r>
              <a:rPr lang="en-US" dirty="0"/>
              <a:t>e</a:t>
            </a:r>
          </a:p>
        </p:txBody>
      </p:sp>
      <p:sp>
        <p:nvSpPr>
          <p:cNvPr id="31" name="Text Placeholder 9">
            <a:extLst>
              <a:ext uri="{FF2B5EF4-FFF2-40B4-BE49-F238E27FC236}">
                <a16:creationId xmlns:a16="http://schemas.microsoft.com/office/drawing/2014/main" id="{C23D598C-C32D-0511-AE98-771363B4B393}"/>
              </a:ext>
            </a:extLst>
          </p:cNvPr>
          <p:cNvSpPr>
            <a:spLocks noGrp="1"/>
          </p:cNvSpPr>
          <p:nvPr>
            <p:ph type="body" sz="quarter" idx="64" hasCustomPrompt="1"/>
          </p:nvPr>
        </p:nvSpPr>
        <p:spPr>
          <a:xfrm>
            <a:off x="6027225" y="2496851"/>
            <a:ext cx="1490740"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gradFill>
              <a:gsLst>
                <a:gs pos="0">
                  <a:srgbClr val="13AE78"/>
                </a:gs>
                <a:gs pos="99000">
                  <a:schemeClr val="accent3"/>
                </a:gs>
              </a:gsLst>
              <a:lin ang="0" scaled="0"/>
            </a:gradFill>
          </a:ln>
        </p:spPr>
        <p:txBody>
          <a:bodyPr vert="horz" wrap="square" lIns="0" tIns="0" rIns="0" bIns="0" rtlCol="0">
            <a:noAutofit/>
          </a:bodyPr>
          <a:lstStyle>
            <a:lvl1pPr>
              <a:defRPr lang="en-US" sz="100" dirty="0">
                <a:solidFill>
                  <a:schemeClr val="tx1">
                    <a:lumMod val="75000"/>
                    <a:lumOff val="25000"/>
                    <a:alpha val="0"/>
                  </a:schemeClr>
                </a:solidFill>
              </a:defRPr>
            </a:lvl1pPr>
          </a:lstStyle>
          <a:p>
            <a:pPr lvl="0"/>
            <a:r>
              <a:rPr lang="en-US" dirty="0"/>
              <a:t>e</a:t>
            </a:r>
          </a:p>
        </p:txBody>
      </p:sp>
      <p:sp>
        <p:nvSpPr>
          <p:cNvPr id="32" name="Text Placeholder 9">
            <a:extLst>
              <a:ext uri="{FF2B5EF4-FFF2-40B4-BE49-F238E27FC236}">
                <a16:creationId xmlns:a16="http://schemas.microsoft.com/office/drawing/2014/main" id="{38332FF2-C115-527C-77C8-1DBFB86F6E96}"/>
              </a:ext>
            </a:extLst>
          </p:cNvPr>
          <p:cNvSpPr>
            <a:spLocks noGrp="1"/>
          </p:cNvSpPr>
          <p:nvPr>
            <p:ph type="body" sz="quarter" idx="65" hasCustomPrompt="1"/>
          </p:nvPr>
        </p:nvSpPr>
        <p:spPr>
          <a:xfrm>
            <a:off x="7454579" y="2496851"/>
            <a:ext cx="1490740" cy="457200"/>
          </a:xfrm>
          <a:custGeom>
            <a:avLst/>
            <a:gdLst>
              <a:gd name="connsiteX0" fmla="*/ 0 w 2034889"/>
              <a:gd name="connsiteY0" fmla="*/ 0 h 457200"/>
              <a:gd name="connsiteX1" fmla="*/ 1806289 w 2034889"/>
              <a:gd name="connsiteY1" fmla="*/ 0 h 457200"/>
              <a:gd name="connsiteX2" fmla="*/ 2034889 w 2034889"/>
              <a:gd name="connsiteY2" fmla="*/ 228600 h 457200"/>
              <a:gd name="connsiteX3" fmla="*/ 1806289 w 2034889"/>
              <a:gd name="connsiteY3" fmla="*/ 457200 h 457200"/>
              <a:gd name="connsiteX4" fmla="*/ 0 w 2034889"/>
              <a:gd name="connsiteY4" fmla="*/ 457200 h 457200"/>
              <a:gd name="connsiteX5" fmla="*/ 228600 w 2034889"/>
              <a:gd name="connsiteY5" fmla="*/ 2286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889" h="457200">
                <a:moveTo>
                  <a:pt x="0" y="0"/>
                </a:moveTo>
                <a:lnTo>
                  <a:pt x="1806289" y="0"/>
                </a:lnTo>
                <a:lnTo>
                  <a:pt x="2034889" y="228600"/>
                </a:lnTo>
                <a:lnTo>
                  <a:pt x="1806289" y="457200"/>
                </a:lnTo>
                <a:lnTo>
                  <a:pt x="0" y="457200"/>
                </a:lnTo>
                <a:lnTo>
                  <a:pt x="228600" y="228600"/>
                </a:lnTo>
                <a:close/>
              </a:path>
            </a:pathLst>
          </a:custGeom>
          <a:noFill/>
          <a:ln w="31750">
            <a:solidFill>
              <a:schemeClr val="accent3"/>
            </a:solidFill>
          </a:ln>
        </p:spPr>
        <p:txBody>
          <a:bodyPr vert="horz" wrap="square" lIns="0" tIns="0" rIns="0" bIns="0" rtlCol="0">
            <a:noAutofit/>
          </a:bodyPr>
          <a:lstStyle>
            <a:lvl1pPr>
              <a:defRPr lang="en-US" sz="100" dirty="0">
                <a:solidFill>
                  <a:srgbClr val="330000"/>
                </a:solidFill>
              </a:defRPr>
            </a:lvl1pPr>
          </a:lstStyle>
          <a:p>
            <a:pPr lvl="0"/>
            <a:r>
              <a:rPr lang="en-US" dirty="0"/>
              <a:t>e</a:t>
            </a:r>
          </a:p>
        </p:txBody>
      </p:sp>
      <p:sp>
        <p:nvSpPr>
          <p:cNvPr id="20" name="Text Placeholder 7">
            <a:extLst>
              <a:ext uri="{FF2B5EF4-FFF2-40B4-BE49-F238E27FC236}">
                <a16:creationId xmlns:a16="http://schemas.microsoft.com/office/drawing/2014/main" id="{CD805D36-D0E8-0AC5-8601-4F3C77BEE3CD}"/>
              </a:ext>
            </a:extLst>
          </p:cNvPr>
          <p:cNvSpPr>
            <a:spLocks noGrp="1"/>
          </p:cNvSpPr>
          <p:nvPr>
            <p:ph type="body" sz="quarter" idx="19"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4" name="Group 3">
            <a:extLst>
              <a:ext uri="{FF2B5EF4-FFF2-40B4-BE49-F238E27FC236}">
                <a16:creationId xmlns:a16="http://schemas.microsoft.com/office/drawing/2014/main" id="{DF2E90A7-402D-AB33-BE27-DB46F87E2A9B}"/>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7E4AB961-4F96-C901-12B7-FCA528148C6D}"/>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5F939312-0099-7165-9A61-62A2CEF176E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E518686-5FF6-76FF-644B-B961AB59341B}"/>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9756D4E-3504-F366-E07A-AA6C163184BE}"/>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181A17B-3E23-02B4-0D26-588E9729D2B9}"/>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2A71B5D-9E96-4793-62FB-25861C359DE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49A43BB-A344-35D2-DDA9-548387EB273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1812581-D06B-4BA2-49ED-7B905BD2F1B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181D3F7-8A3F-77EB-CC63-62B9AE02095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169866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meline / Process White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382714" cy="328304"/>
          </a:xfrm>
        </p:spPr>
        <p:txBody>
          <a:bodyPr/>
          <a:lstStyle/>
          <a:p>
            <a:r>
              <a:rPr lang="en-US" dirty="0"/>
              <a:t>Timeline / Process Light</a:t>
            </a:r>
          </a:p>
        </p:txBody>
      </p:sp>
      <p:sp>
        <p:nvSpPr>
          <p:cNvPr id="3" name="Text Placeholder 13">
            <a:extLst>
              <a:ext uri="{FF2B5EF4-FFF2-40B4-BE49-F238E27FC236}">
                <a16:creationId xmlns:a16="http://schemas.microsoft.com/office/drawing/2014/main" id="{161F1124-97FD-C554-976B-AC97399C3620}"/>
              </a:ext>
            </a:extLst>
          </p:cNvPr>
          <p:cNvSpPr>
            <a:spLocks noGrp="1"/>
          </p:cNvSpPr>
          <p:nvPr>
            <p:ph type="body" sz="quarter" idx="145"/>
          </p:nvPr>
        </p:nvSpPr>
        <p:spPr>
          <a:xfrm>
            <a:off x="1637546"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6" name="Text Placeholder 13">
            <a:extLst>
              <a:ext uri="{FF2B5EF4-FFF2-40B4-BE49-F238E27FC236}">
                <a16:creationId xmlns:a16="http://schemas.microsoft.com/office/drawing/2014/main" id="{2ED971A0-73D9-9537-F579-CF870F9B63DC}"/>
              </a:ext>
            </a:extLst>
          </p:cNvPr>
          <p:cNvSpPr>
            <a:spLocks noGrp="1"/>
          </p:cNvSpPr>
          <p:nvPr>
            <p:ph type="body" sz="quarter" idx="146"/>
          </p:nvPr>
        </p:nvSpPr>
        <p:spPr>
          <a:xfrm>
            <a:off x="2288509"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1" name="Text Placeholder 13">
            <a:extLst>
              <a:ext uri="{FF2B5EF4-FFF2-40B4-BE49-F238E27FC236}">
                <a16:creationId xmlns:a16="http://schemas.microsoft.com/office/drawing/2014/main" id="{96F79418-D84A-570A-F1B8-B12DDFC08615}"/>
              </a:ext>
            </a:extLst>
          </p:cNvPr>
          <p:cNvSpPr>
            <a:spLocks noGrp="1"/>
          </p:cNvSpPr>
          <p:nvPr>
            <p:ph type="body" sz="quarter" idx="147"/>
          </p:nvPr>
        </p:nvSpPr>
        <p:spPr>
          <a:xfrm>
            <a:off x="2939471"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2" name="Text Placeholder 13">
            <a:extLst>
              <a:ext uri="{FF2B5EF4-FFF2-40B4-BE49-F238E27FC236}">
                <a16:creationId xmlns:a16="http://schemas.microsoft.com/office/drawing/2014/main" id="{43136CB0-880E-8944-E6D6-BC4C9C3A5650}"/>
              </a:ext>
            </a:extLst>
          </p:cNvPr>
          <p:cNvSpPr>
            <a:spLocks noGrp="1"/>
          </p:cNvSpPr>
          <p:nvPr>
            <p:ph type="body" sz="quarter" idx="148"/>
          </p:nvPr>
        </p:nvSpPr>
        <p:spPr>
          <a:xfrm>
            <a:off x="3590434"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3" name="Text Placeholder 13">
            <a:extLst>
              <a:ext uri="{FF2B5EF4-FFF2-40B4-BE49-F238E27FC236}">
                <a16:creationId xmlns:a16="http://schemas.microsoft.com/office/drawing/2014/main" id="{225143C9-C493-1A07-A8EB-C5128DEE950D}"/>
              </a:ext>
            </a:extLst>
          </p:cNvPr>
          <p:cNvSpPr>
            <a:spLocks noGrp="1"/>
          </p:cNvSpPr>
          <p:nvPr>
            <p:ph type="body" sz="quarter" idx="149"/>
          </p:nvPr>
        </p:nvSpPr>
        <p:spPr>
          <a:xfrm>
            <a:off x="4892359"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4" name="Text Placeholder 13">
            <a:extLst>
              <a:ext uri="{FF2B5EF4-FFF2-40B4-BE49-F238E27FC236}">
                <a16:creationId xmlns:a16="http://schemas.microsoft.com/office/drawing/2014/main" id="{2E43C1EC-C1F2-2F25-A1E2-3568D367284E}"/>
              </a:ext>
            </a:extLst>
          </p:cNvPr>
          <p:cNvSpPr>
            <a:spLocks noGrp="1"/>
          </p:cNvSpPr>
          <p:nvPr>
            <p:ph type="body" sz="quarter" idx="150"/>
          </p:nvPr>
        </p:nvSpPr>
        <p:spPr>
          <a:xfrm>
            <a:off x="5543321"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5" name="Text Placeholder 13">
            <a:extLst>
              <a:ext uri="{FF2B5EF4-FFF2-40B4-BE49-F238E27FC236}">
                <a16:creationId xmlns:a16="http://schemas.microsoft.com/office/drawing/2014/main" id="{8803B1FB-70E8-BB6F-E228-8CCA65B26E42}"/>
              </a:ext>
            </a:extLst>
          </p:cNvPr>
          <p:cNvSpPr>
            <a:spLocks noGrp="1"/>
          </p:cNvSpPr>
          <p:nvPr>
            <p:ph type="body" sz="quarter" idx="151"/>
          </p:nvPr>
        </p:nvSpPr>
        <p:spPr>
          <a:xfrm>
            <a:off x="4241396"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6" name="Text Placeholder 13">
            <a:extLst>
              <a:ext uri="{FF2B5EF4-FFF2-40B4-BE49-F238E27FC236}">
                <a16:creationId xmlns:a16="http://schemas.microsoft.com/office/drawing/2014/main" id="{FB8F7153-E470-9A0E-0BFD-4ABDD1911931}"/>
              </a:ext>
            </a:extLst>
          </p:cNvPr>
          <p:cNvSpPr>
            <a:spLocks noGrp="1"/>
          </p:cNvSpPr>
          <p:nvPr>
            <p:ph type="body" sz="quarter" idx="152"/>
          </p:nvPr>
        </p:nvSpPr>
        <p:spPr>
          <a:xfrm>
            <a:off x="6845246"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7" name="Text Placeholder 13">
            <a:extLst>
              <a:ext uri="{FF2B5EF4-FFF2-40B4-BE49-F238E27FC236}">
                <a16:creationId xmlns:a16="http://schemas.microsoft.com/office/drawing/2014/main" id="{0296E7A6-1BDB-2FA8-6673-3AC8860417BB}"/>
              </a:ext>
            </a:extLst>
          </p:cNvPr>
          <p:cNvSpPr>
            <a:spLocks noGrp="1"/>
          </p:cNvSpPr>
          <p:nvPr>
            <p:ph type="body" sz="quarter" idx="153"/>
          </p:nvPr>
        </p:nvSpPr>
        <p:spPr>
          <a:xfrm>
            <a:off x="7496209"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8" name="Text Placeholder 13">
            <a:extLst>
              <a:ext uri="{FF2B5EF4-FFF2-40B4-BE49-F238E27FC236}">
                <a16:creationId xmlns:a16="http://schemas.microsoft.com/office/drawing/2014/main" id="{14A2F111-B4A6-F1EC-B97D-DE1E32B4E8A5}"/>
              </a:ext>
            </a:extLst>
          </p:cNvPr>
          <p:cNvSpPr>
            <a:spLocks noGrp="1"/>
          </p:cNvSpPr>
          <p:nvPr>
            <p:ph type="body" sz="quarter" idx="154"/>
          </p:nvPr>
        </p:nvSpPr>
        <p:spPr>
          <a:xfrm>
            <a:off x="6194284"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19" name="Text Placeholder 13">
            <a:extLst>
              <a:ext uri="{FF2B5EF4-FFF2-40B4-BE49-F238E27FC236}">
                <a16:creationId xmlns:a16="http://schemas.microsoft.com/office/drawing/2014/main" id="{FB80DC9F-288F-D297-978F-6EF2C16D0C68}"/>
              </a:ext>
            </a:extLst>
          </p:cNvPr>
          <p:cNvSpPr>
            <a:spLocks noGrp="1"/>
          </p:cNvSpPr>
          <p:nvPr>
            <p:ph type="body" sz="quarter" idx="155"/>
          </p:nvPr>
        </p:nvSpPr>
        <p:spPr>
          <a:xfrm>
            <a:off x="8147171"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20" name="Text Placeholder 13">
            <a:extLst>
              <a:ext uri="{FF2B5EF4-FFF2-40B4-BE49-F238E27FC236}">
                <a16:creationId xmlns:a16="http://schemas.microsoft.com/office/drawing/2014/main" id="{4EFD44E6-1A19-BEE7-804D-256CE05EAD28}"/>
              </a:ext>
            </a:extLst>
          </p:cNvPr>
          <p:cNvSpPr>
            <a:spLocks noGrp="1"/>
          </p:cNvSpPr>
          <p:nvPr>
            <p:ph type="body" sz="quarter" idx="156"/>
          </p:nvPr>
        </p:nvSpPr>
        <p:spPr>
          <a:xfrm>
            <a:off x="986584" y="1101458"/>
            <a:ext cx="6858" cy="502920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21" name="Text Placeholder 2">
            <a:extLst>
              <a:ext uri="{FF2B5EF4-FFF2-40B4-BE49-F238E27FC236}">
                <a16:creationId xmlns:a16="http://schemas.microsoft.com/office/drawing/2014/main" id="{878A1315-EBE2-11F7-0F58-ACBCAEB0154D}"/>
              </a:ext>
            </a:extLst>
          </p:cNvPr>
          <p:cNvSpPr>
            <a:spLocks noGrp="1"/>
          </p:cNvSpPr>
          <p:nvPr>
            <p:ph type="body" sz="quarter" idx="17" hasCustomPrompt="1"/>
          </p:nvPr>
        </p:nvSpPr>
        <p:spPr>
          <a:xfrm>
            <a:off x="1016455" y="1209816"/>
            <a:ext cx="547904" cy="124474"/>
          </a:xfrm>
          <a:prstGeom prst="rect">
            <a:avLst/>
          </a:prstGeom>
        </p:spPr>
        <p:txBody>
          <a:bodyPr anchor="ctr" anchorCtr="0"/>
          <a:lstStyle>
            <a:lvl1pPr algn="ctr">
              <a:defRPr sz="825">
                <a:solidFill>
                  <a:schemeClr val="tx1"/>
                </a:solidFill>
              </a:defRPr>
            </a:lvl1pPr>
          </a:lstStyle>
          <a:p>
            <a:pPr lvl="0"/>
            <a:r>
              <a:rPr lang="en-US" dirty="0"/>
              <a:t>JAN</a:t>
            </a:r>
          </a:p>
        </p:txBody>
      </p:sp>
      <p:sp>
        <p:nvSpPr>
          <p:cNvPr id="22" name="Text Placeholder 2">
            <a:extLst>
              <a:ext uri="{FF2B5EF4-FFF2-40B4-BE49-F238E27FC236}">
                <a16:creationId xmlns:a16="http://schemas.microsoft.com/office/drawing/2014/main" id="{0C8094A4-2626-034D-C121-D80DB4E468B2}"/>
              </a:ext>
            </a:extLst>
          </p:cNvPr>
          <p:cNvSpPr>
            <a:spLocks noGrp="1"/>
          </p:cNvSpPr>
          <p:nvPr>
            <p:ph type="body" sz="quarter" idx="18" hasCustomPrompt="1"/>
          </p:nvPr>
        </p:nvSpPr>
        <p:spPr>
          <a:xfrm>
            <a:off x="1669995" y="1209816"/>
            <a:ext cx="547904" cy="124474"/>
          </a:xfrm>
          <a:prstGeom prst="rect">
            <a:avLst/>
          </a:prstGeom>
        </p:spPr>
        <p:txBody>
          <a:bodyPr anchor="ctr" anchorCtr="0"/>
          <a:lstStyle>
            <a:lvl1pPr algn="ctr">
              <a:defRPr sz="825">
                <a:solidFill>
                  <a:schemeClr val="tx1"/>
                </a:solidFill>
              </a:defRPr>
            </a:lvl1pPr>
          </a:lstStyle>
          <a:p>
            <a:pPr lvl="0"/>
            <a:r>
              <a:rPr lang="en-US" dirty="0"/>
              <a:t>FEB</a:t>
            </a:r>
          </a:p>
        </p:txBody>
      </p:sp>
      <p:sp>
        <p:nvSpPr>
          <p:cNvPr id="23" name="Text Placeholder 2">
            <a:extLst>
              <a:ext uri="{FF2B5EF4-FFF2-40B4-BE49-F238E27FC236}">
                <a16:creationId xmlns:a16="http://schemas.microsoft.com/office/drawing/2014/main" id="{69FF0762-64A2-0139-7517-B9F771207022}"/>
              </a:ext>
            </a:extLst>
          </p:cNvPr>
          <p:cNvSpPr>
            <a:spLocks noGrp="1"/>
          </p:cNvSpPr>
          <p:nvPr>
            <p:ph type="body" sz="quarter" idx="19" hasCustomPrompt="1"/>
          </p:nvPr>
        </p:nvSpPr>
        <p:spPr>
          <a:xfrm>
            <a:off x="2323534" y="1209816"/>
            <a:ext cx="547904" cy="124474"/>
          </a:xfrm>
          <a:prstGeom prst="rect">
            <a:avLst/>
          </a:prstGeom>
        </p:spPr>
        <p:txBody>
          <a:bodyPr anchor="ctr" anchorCtr="0"/>
          <a:lstStyle>
            <a:lvl1pPr algn="ctr">
              <a:defRPr sz="825">
                <a:solidFill>
                  <a:schemeClr val="tx1"/>
                </a:solidFill>
              </a:defRPr>
            </a:lvl1pPr>
          </a:lstStyle>
          <a:p>
            <a:pPr lvl="0"/>
            <a:r>
              <a:rPr lang="en-US" dirty="0"/>
              <a:t>MAR</a:t>
            </a:r>
          </a:p>
        </p:txBody>
      </p:sp>
      <p:sp>
        <p:nvSpPr>
          <p:cNvPr id="24" name="Text Placeholder 2">
            <a:extLst>
              <a:ext uri="{FF2B5EF4-FFF2-40B4-BE49-F238E27FC236}">
                <a16:creationId xmlns:a16="http://schemas.microsoft.com/office/drawing/2014/main" id="{EDAE22CA-47FE-A006-33EE-3A30568CAD45}"/>
              </a:ext>
            </a:extLst>
          </p:cNvPr>
          <p:cNvSpPr>
            <a:spLocks noGrp="1"/>
          </p:cNvSpPr>
          <p:nvPr>
            <p:ph type="body" sz="quarter" idx="20" hasCustomPrompt="1"/>
          </p:nvPr>
        </p:nvSpPr>
        <p:spPr>
          <a:xfrm>
            <a:off x="2977075" y="1209816"/>
            <a:ext cx="547904" cy="124474"/>
          </a:xfrm>
          <a:prstGeom prst="rect">
            <a:avLst/>
          </a:prstGeom>
        </p:spPr>
        <p:txBody>
          <a:bodyPr anchor="ctr" anchorCtr="0"/>
          <a:lstStyle>
            <a:lvl1pPr algn="ctr">
              <a:defRPr sz="825">
                <a:solidFill>
                  <a:schemeClr val="tx1"/>
                </a:solidFill>
              </a:defRPr>
            </a:lvl1pPr>
          </a:lstStyle>
          <a:p>
            <a:pPr lvl="0"/>
            <a:r>
              <a:rPr lang="en-US" dirty="0"/>
              <a:t>APR</a:t>
            </a:r>
          </a:p>
        </p:txBody>
      </p:sp>
      <p:sp>
        <p:nvSpPr>
          <p:cNvPr id="25" name="Text Placeholder 2">
            <a:extLst>
              <a:ext uri="{FF2B5EF4-FFF2-40B4-BE49-F238E27FC236}">
                <a16:creationId xmlns:a16="http://schemas.microsoft.com/office/drawing/2014/main" id="{68695A2C-3300-133E-42B5-1B6C47955289}"/>
              </a:ext>
            </a:extLst>
          </p:cNvPr>
          <p:cNvSpPr>
            <a:spLocks noGrp="1"/>
          </p:cNvSpPr>
          <p:nvPr>
            <p:ph type="body" sz="quarter" idx="21" hasCustomPrompt="1"/>
          </p:nvPr>
        </p:nvSpPr>
        <p:spPr>
          <a:xfrm>
            <a:off x="3630616" y="1209816"/>
            <a:ext cx="547904" cy="124474"/>
          </a:xfrm>
          <a:prstGeom prst="rect">
            <a:avLst/>
          </a:prstGeom>
        </p:spPr>
        <p:txBody>
          <a:bodyPr anchor="ctr" anchorCtr="0"/>
          <a:lstStyle>
            <a:lvl1pPr algn="ctr">
              <a:defRPr sz="825">
                <a:solidFill>
                  <a:schemeClr val="tx1"/>
                </a:solidFill>
              </a:defRPr>
            </a:lvl1pPr>
          </a:lstStyle>
          <a:p>
            <a:pPr lvl="0"/>
            <a:r>
              <a:rPr lang="en-US" dirty="0"/>
              <a:t>MAY</a:t>
            </a:r>
          </a:p>
        </p:txBody>
      </p:sp>
      <p:sp>
        <p:nvSpPr>
          <p:cNvPr id="26" name="Text Placeholder 2">
            <a:extLst>
              <a:ext uri="{FF2B5EF4-FFF2-40B4-BE49-F238E27FC236}">
                <a16:creationId xmlns:a16="http://schemas.microsoft.com/office/drawing/2014/main" id="{4C5F1026-E9A7-B7EF-82E1-022813804C78}"/>
              </a:ext>
            </a:extLst>
          </p:cNvPr>
          <p:cNvSpPr>
            <a:spLocks noGrp="1"/>
          </p:cNvSpPr>
          <p:nvPr>
            <p:ph type="body" sz="quarter" idx="22" hasCustomPrompt="1"/>
          </p:nvPr>
        </p:nvSpPr>
        <p:spPr>
          <a:xfrm>
            <a:off x="4284156" y="1209816"/>
            <a:ext cx="547904" cy="124474"/>
          </a:xfrm>
          <a:prstGeom prst="rect">
            <a:avLst/>
          </a:prstGeom>
        </p:spPr>
        <p:txBody>
          <a:bodyPr anchor="ctr" anchorCtr="0"/>
          <a:lstStyle>
            <a:lvl1pPr algn="ctr">
              <a:defRPr sz="825">
                <a:solidFill>
                  <a:schemeClr val="tx1"/>
                </a:solidFill>
              </a:defRPr>
            </a:lvl1pPr>
          </a:lstStyle>
          <a:p>
            <a:pPr lvl="0"/>
            <a:r>
              <a:rPr lang="en-US" dirty="0"/>
              <a:t>JUN</a:t>
            </a:r>
          </a:p>
        </p:txBody>
      </p:sp>
      <p:sp>
        <p:nvSpPr>
          <p:cNvPr id="27" name="Text Placeholder 2">
            <a:extLst>
              <a:ext uri="{FF2B5EF4-FFF2-40B4-BE49-F238E27FC236}">
                <a16:creationId xmlns:a16="http://schemas.microsoft.com/office/drawing/2014/main" id="{D4D9B6E7-E598-C8C5-739B-0C6770CAB520}"/>
              </a:ext>
            </a:extLst>
          </p:cNvPr>
          <p:cNvSpPr>
            <a:spLocks noGrp="1"/>
          </p:cNvSpPr>
          <p:nvPr>
            <p:ph type="body" sz="quarter" idx="23" hasCustomPrompt="1"/>
          </p:nvPr>
        </p:nvSpPr>
        <p:spPr>
          <a:xfrm>
            <a:off x="4937695" y="1209816"/>
            <a:ext cx="547904" cy="124474"/>
          </a:xfrm>
          <a:prstGeom prst="rect">
            <a:avLst/>
          </a:prstGeom>
        </p:spPr>
        <p:txBody>
          <a:bodyPr anchor="ctr" anchorCtr="0"/>
          <a:lstStyle>
            <a:lvl1pPr algn="ctr">
              <a:defRPr sz="825">
                <a:solidFill>
                  <a:schemeClr val="tx1"/>
                </a:solidFill>
              </a:defRPr>
            </a:lvl1pPr>
          </a:lstStyle>
          <a:p>
            <a:pPr lvl="0"/>
            <a:r>
              <a:rPr lang="en-US" dirty="0"/>
              <a:t>JUL</a:t>
            </a:r>
          </a:p>
        </p:txBody>
      </p:sp>
      <p:sp>
        <p:nvSpPr>
          <p:cNvPr id="28" name="Text Placeholder 2">
            <a:extLst>
              <a:ext uri="{FF2B5EF4-FFF2-40B4-BE49-F238E27FC236}">
                <a16:creationId xmlns:a16="http://schemas.microsoft.com/office/drawing/2014/main" id="{A8353B3D-D2AA-712A-FB39-89A99DB82AFD}"/>
              </a:ext>
            </a:extLst>
          </p:cNvPr>
          <p:cNvSpPr>
            <a:spLocks noGrp="1"/>
          </p:cNvSpPr>
          <p:nvPr>
            <p:ph type="body" sz="quarter" idx="24" hasCustomPrompt="1"/>
          </p:nvPr>
        </p:nvSpPr>
        <p:spPr>
          <a:xfrm>
            <a:off x="5591236" y="1209816"/>
            <a:ext cx="547904" cy="124474"/>
          </a:xfrm>
          <a:prstGeom prst="rect">
            <a:avLst/>
          </a:prstGeom>
        </p:spPr>
        <p:txBody>
          <a:bodyPr anchor="ctr" anchorCtr="0"/>
          <a:lstStyle>
            <a:lvl1pPr algn="ctr">
              <a:defRPr sz="825">
                <a:solidFill>
                  <a:schemeClr val="tx1"/>
                </a:solidFill>
              </a:defRPr>
            </a:lvl1pPr>
          </a:lstStyle>
          <a:p>
            <a:pPr lvl="0"/>
            <a:r>
              <a:rPr lang="en-US" dirty="0"/>
              <a:t>AUG</a:t>
            </a:r>
          </a:p>
        </p:txBody>
      </p:sp>
      <p:sp>
        <p:nvSpPr>
          <p:cNvPr id="29" name="Text Placeholder 2">
            <a:extLst>
              <a:ext uri="{FF2B5EF4-FFF2-40B4-BE49-F238E27FC236}">
                <a16:creationId xmlns:a16="http://schemas.microsoft.com/office/drawing/2014/main" id="{BBD69F73-4AA9-46D4-5F78-CBDB9AB7865C}"/>
              </a:ext>
            </a:extLst>
          </p:cNvPr>
          <p:cNvSpPr>
            <a:spLocks noGrp="1"/>
          </p:cNvSpPr>
          <p:nvPr>
            <p:ph type="body" sz="quarter" idx="25" hasCustomPrompt="1"/>
          </p:nvPr>
        </p:nvSpPr>
        <p:spPr>
          <a:xfrm>
            <a:off x="6244777" y="1209816"/>
            <a:ext cx="547904" cy="124474"/>
          </a:xfrm>
          <a:prstGeom prst="rect">
            <a:avLst/>
          </a:prstGeom>
        </p:spPr>
        <p:txBody>
          <a:bodyPr anchor="ctr" anchorCtr="0"/>
          <a:lstStyle>
            <a:lvl1pPr algn="ctr">
              <a:defRPr sz="825">
                <a:solidFill>
                  <a:schemeClr val="tx1"/>
                </a:solidFill>
              </a:defRPr>
            </a:lvl1pPr>
          </a:lstStyle>
          <a:p>
            <a:pPr lvl="0"/>
            <a:r>
              <a:rPr lang="en-US" dirty="0"/>
              <a:t>SEP</a:t>
            </a:r>
          </a:p>
        </p:txBody>
      </p:sp>
      <p:sp>
        <p:nvSpPr>
          <p:cNvPr id="30" name="Text Placeholder 2">
            <a:extLst>
              <a:ext uri="{FF2B5EF4-FFF2-40B4-BE49-F238E27FC236}">
                <a16:creationId xmlns:a16="http://schemas.microsoft.com/office/drawing/2014/main" id="{3E1AB2FC-3A85-15A3-5B0C-EC17431F02B8}"/>
              </a:ext>
            </a:extLst>
          </p:cNvPr>
          <p:cNvSpPr>
            <a:spLocks noGrp="1"/>
          </p:cNvSpPr>
          <p:nvPr>
            <p:ph type="body" sz="quarter" idx="26" hasCustomPrompt="1"/>
          </p:nvPr>
        </p:nvSpPr>
        <p:spPr>
          <a:xfrm>
            <a:off x="6898317" y="1209816"/>
            <a:ext cx="547904" cy="124474"/>
          </a:xfrm>
          <a:prstGeom prst="rect">
            <a:avLst/>
          </a:prstGeom>
        </p:spPr>
        <p:txBody>
          <a:bodyPr anchor="ctr" anchorCtr="0"/>
          <a:lstStyle>
            <a:lvl1pPr algn="ctr">
              <a:defRPr sz="825">
                <a:solidFill>
                  <a:schemeClr val="tx1"/>
                </a:solidFill>
              </a:defRPr>
            </a:lvl1pPr>
          </a:lstStyle>
          <a:p>
            <a:pPr lvl="0"/>
            <a:r>
              <a:rPr lang="en-US" dirty="0"/>
              <a:t>OCT</a:t>
            </a:r>
          </a:p>
        </p:txBody>
      </p:sp>
      <p:sp>
        <p:nvSpPr>
          <p:cNvPr id="31" name="Text Placeholder 2">
            <a:extLst>
              <a:ext uri="{FF2B5EF4-FFF2-40B4-BE49-F238E27FC236}">
                <a16:creationId xmlns:a16="http://schemas.microsoft.com/office/drawing/2014/main" id="{81F68F81-79C2-891D-658B-E82D12A63BCE}"/>
              </a:ext>
            </a:extLst>
          </p:cNvPr>
          <p:cNvSpPr>
            <a:spLocks noGrp="1"/>
          </p:cNvSpPr>
          <p:nvPr>
            <p:ph type="body" sz="quarter" idx="27" hasCustomPrompt="1"/>
          </p:nvPr>
        </p:nvSpPr>
        <p:spPr>
          <a:xfrm>
            <a:off x="7551856" y="1209816"/>
            <a:ext cx="547904" cy="124474"/>
          </a:xfrm>
          <a:prstGeom prst="rect">
            <a:avLst/>
          </a:prstGeom>
        </p:spPr>
        <p:txBody>
          <a:bodyPr anchor="ctr" anchorCtr="0"/>
          <a:lstStyle>
            <a:lvl1pPr algn="ctr">
              <a:defRPr sz="825">
                <a:solidFill>
                  <a:schemeClr val="tx1"/>
                </a:solidFill>
              </a:defRPr>
            </a:lvl1pPr>
          </a:lstStyle>
          <a:p>
            <a:pPr lvl="0"/>
            <a:r>
              <a:rPr lang="en-US" dirty="0"/>
              <a:t>NOV</a:t>
            </a:r>
          </a:p>
        </p:txBody>
      </p:sp>
      <p:sp>
        <p:nvSpPr>
          <p:cNvPr id="32" name="Text Placeholder 2">
            <a:extLst>
              <a:ext uri="{FF2B5EF4-FFF2-40B4-BE49-F238E27FC236}">
                <a16:creationId xmlns:a16="http://schemas.microsoft.com/office/drawing/2014/main" id="{2618343B-382A-DFE7-217A-1D615BDC5527}"/>
              </a:ext>
            </a:extLst>
          </p:cNvPr>
          <p:cNvSpPr>
            <a:spLocks noGrp="1"/>
          </p:cNvSpPr>
          <p:nvPr>
            <p:ph type="body" sz="quarter" idx="28" hasCustomPrompt="1"/>
          </p:nvPr>
        </p:nvSpPr>
        <p:spPr>
          <a:xfrm>
            <a:off x="8205397" y="1209816"/>
            <a:ext cx="547904" cy="124474"/>
          </a:xfrm>
          <a:prstGeom prst="rect">
            <a:avLst/>
          </a:prstGeom>
        </p:spPr>
        <p:txBody>
          <a:bodyPr anchor="ctr" anchorCtr="0"/>
          <a:lstStyle>
            <a:lvl1pPr algn="ctr">
              <a:defRPr sz="825">
                <a:solidFill>
                  <a:schemeClr val="tx1"/>
                </a:solidFill>
              </a:defRPr>
            </a:lvl1pPr>
          </a:lstStyle>
          <a:p>
            <a:pPr lvl="0"/>
            <a:r>
              <a:rPr lang="en-US" dirty="0"/>
              <a:t>DEC</a:t>
            </a:r>
          </a:p>
        </p:txBody>
      </p:sp>
      <p:sp>
        <p:nvSpPr>
          <p:cNvPr id="33" name="Text Placeholder 2">
            <a:extLst>
              <a:ext uri="{FF2B5EF4-FFF2-40B4-BE49-F238E27FC236}">
                <a16:creationId xmlns:a16="http://schemas.microsoft.com/office/drawing/2014/main" id="{FDA1282F-E642-B4E1-A076-BF9FCEEFAA5C}"/>
              </a:ext>
            </a:extLst>
          </p:cNvPr>
          <p:cNvSpPr>
            <a:spLocks noGrp="1"/>
          </p:cNvSpPr>
          <p:nvPr>
            <p:ph type="body" sz="quarter" idx="29" hasCustomPrompt="1"/>
          </p:nvPr>
        </p:nvSpPr>
        <p:spPr>
          <a:xfrm>
            <a:off x="369327" y="1641659"/>
            <a:ext cx="552938" cy="423117"/>
          </a:xfrm>
          <a:prstGeom prst="rect">
            <a:avLst/>
          </a:prstGeom>
        </p:spPr>
        <p:txBody>
          <a:bodyPr anchor="t" anchorCtr="0"/>
          <a:lstStyle>
            <a:lvl1pPr algn="l">
              <a:defRPr sz="1050" b="0">
                <a:solidFill>
                  <a:schemeClr val="accent1"/>
                </a:solidFill>
              </a:defRPr>
            </a:lvl1pPr>
          </a:lstStyle>
          <a:p>
            <a:pPr lvl="0"/>
            <a:r>
              <a:rPr lang="en-US" dirty="0"/>
              <a:t>Track 1</a:t>
            </a:r>
          </a:p>
        </p:txBody>
      </p:sp>
      <p:sp>
        <p:nvSpPr>
          <p:cNvPr id="50" name="Text Placeholder 2">
            <a:extLst>
              <a:ext uri="{FF2B5EF4-FFF2-40B4-BE49-F238E27FC236}">
                <a16:creationId xmlns:a16="http://schemas.microsoft.com/office/drawing/2014/main" id="{873DA729-5C04-060B-89F3-CD08703D3BA9}"/>
              </a:ext>
            </a:extLst>
          </p:cNvPr>
          <p:cNvSpPr>
            <a:spLocks noGrp="1"/>
          </p:cNvSpPr>
          <p:nvPr>
            <p:ph type="body" sz="quarter" idx="30" hasCustomPrompt="1"/>
          </p:nvPr>
        </p:nvSpPr>
        <p:spPr>
          <a:xfrm>
            <a:off x="369327" y="2921338"/>
            <a:ext cx="552938" cy="423117"/>
          </a:xfrm>
          <a:prstGeom prst="rect">
            <a:avLst/>
          </a:prstGeom>
        </p:spPr>
        <p:txBody>
          <a:bodyPr anchor="t" anchorCtr="0"/>
          <a:lstStyle>
            <a:lvl1pPr algn="l">
              <a:defRPr sz="1050" b="0">
                <a:solidFill>
                  <a:schemeClr val="accent2"/>
                </a:solidFill>
              </a:defRPr>
            </a:lvl1pPr>
          </a:lstStyle>
          <a:p>
            <a:pPr lvl="0"/>
            <a:r>
              <a:rPr lang="en-US" dirty="0"/>
              <a:t>Track 2</a:t>
            </a:r>
          </a:p>
        </p:txBody>
      </p:sp>
      <p:sp>
        <p:nvSpPr>
          <p:cNvPr id="51" name="Text Placeholder 2">
            <a:extLst>
              <a:ext uri="{FF2B5EF4-FFF2-40B4-BE49-F238E27FC236}">
                <a16:creationId xmlns:a16="http://schemas.microsoft.com/office/drawing/2014/main" id="{6ED63066-D1D8-2BAE-4EF1-75C227EA9A03}"/>
              </a:ext>
            </a:extLst>
          </p:cNvPr>
          <p:cNvSpPr>
            <a:spLocks noGrp="1"/>
          </p:cNvSpPr>
          <p:nvPr>
            <p:ph type="body" sz="quarter" idx="31" hasCustomPrompt="1"/>
          </p:nvPr>
        </p:nvSpPr>
        <p:spPr>
          <a:xfrm>
            <a:off x="369327" y="4171633"/>
            <a:ext cx="552938" cy="423117"/>
          </a:xfrm>
          <a:prstGeom prst="rect">
            <a:avLst/>
          </a:prstGeom>
        </p:spPr>
        <p:txBody>
          <a:bodyPr anchor="t" anchorCtr="0"/>
          <a:lstStyle>
            <a:lvl1pPr algn="l">
              <a:defRPr sz="1050" b="0">
                <a:solidFill>
                  <a:schemeClr val="accent4"/>
                </a:solidFill>
              </a:defRPr>
            </a:lvl1pPr>
          </a:lstStyle>
          <a:p>
            <a:pPr lvl="0"/>
            <a:r>
              <a:rPr lang="en-US" dirty="0"/>
              <a:t>Track 3</a:t>
            </a:r>
          </a:p>
        </p:txBody>
      </p:sp>
      <p:sp>
        <p:nvSpPr>
          <p:cNvPr id="52" name="Text Placeholder 2">
            <a:extLst>
              <a:ext uri="{FF2B5EF4-FFF2-40B4-BE49-F238E27FC236}">
                <a16:creationId xmlns:a16="http://schemas.microsoft.com/office/drawing/2014/main" id="{14771141-5394-9535-AB48-DB525EB5BCC6}"/>
              </a:ext>
            </a:extLst>
          </p:cNvPr>
          <p:cNvSpPr>
            <a:spLocks noGrp="1"/>
          </p:cNvSpPr>
          <p:nvPr>
            <p:ph type="body" sz="quarter" idx="32" hasCustomPrompt="1"/>
          </p:nvPr>
        </p:nvSpPr>
        <p:spPr>
          <a:xfrm>
            <a:off x="369326" y="5129866"/>
            <a:ext cx="552938" cy="423117"/>
          </a:xfrm>
          <a:prstGeom prst="rect">
            <a:avLst/>
          </a:prstGeom>
        </p:spPr>
        <p:txBody>
          <a:bodyPr anchor="t" anchorCtr="0"/>
          <a:lstStyle>
            <a:lvl1pPr algn="l">
              <a:defRPr sz="1050" b="0">
                <a:solidFill>
                  <a:schemeClr val="accent3"/>
                </a:solidFill>
              </a:defRPr>
            </a:lvl1pPr>
          </a:lstStyle>
          <a:p>
            <a:pPr lvl="0"/>
            <a:r>
              <a:rPr lang="en-US" dirty="0"/>
              <a:t>Track 4</a:t>
            </a:r>
          </a:p>
        </p:txBody>
      </p:sp>
      <p:sp>
        <p:nvSpPr>
          <p:cNvPr id="53" name="Text Placeholder 13">
            <a:extLst>
              <a:ext uri="{FF2B5EF4-FFF2-40B4-BE49-F238E27FC236}">
                <a16:creationId xmlns:a16="http://schemas.microsoft.com/office/drawing/2014/main" id="{65FF2FB3-790A-37BB-A638-AACE26A30071}"/>
              </a:ext>
            </a:extLst>
          </p:cNvPr>
          <p:cNvSpPr>
            <a:spLocks noGrp="1"/>
          </p:cNvSpPr>
          <p:nvPr>
            <p:ph type="body" sz="quarter" idx="129"/>
          </p:nvPr>
        </p:nvSpPr>
        <p:spPr>
          <a:xfrm rot="16200000">
            <a:off x="4582424" y="-1531848"/>
            <a:ext cx="9144" cy="843534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5" name="Text Placeholder 13">
            <a:extLst>
              <a:ext uri="{FF2B5EF4-FFF2-40B4-BE49-F238E27FC236}">
                <a16:creationId xmlns:a16="http://schemas.microsoft.com/office/drawing/2014/main" id="{B6670C54-6ECF-FC14-10D9-A6DDB7CFB611}"/>
              </a:ext>
            </a:extLst>
          </p:cNvPr>
          <p:cNvSpPr>
            <a:spLocks noGrp="1"/>
          </p:cNvSpPr>
          <p:nvPr>
            <p:ph type="body" sz="quarter" idx="131"/>
          </p:nvPr>
        </p:nvSpPr>
        <p:spPr>
          <a:xfrm rot="16200000">
            <a:off x="4582424" y="-273566"/>
            <a:ext cx="9144" cy="843534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6" name="Text Placeholder 13">
            <a:extLst>
              <a:ext uri="{FF2B5EF4-FFF2-40B4-BE49-F238E27FC236}">
                <a16:creationId xmlns:a16="http://schemas.microsoft.com/office/drawing/2014/main" id="{D66BC7B3-6ADC-11A4-AFC0-A762A4550E03}"/>
              </a:ext>
            </a:extLst>
          </p:cNvPr>
          <p:cNvSpPr>
            <a:spLocks noGrp="1"/>
          </p:cNvSpPr>
          <p:nvPr>
            <p:ph type="body" sz="quarter" idx="132"/>
          </p:nvPr>
        </p:nvSpPr>
        <p:spPr>
          <a:xfrm rot="16200000">
            <a:off x="4582424" y="677800"/>
            <a:ext cx="9144" cy="8435340"/>
          </a:xfrm>
          <a:prstGeom prst="rect">
            <a:avLst/>
          </a:prstGeom>
          <a:solidFill>
            <a:schemeClr val="bg1">
              <a:lumMod val="90000"/>
            </a:schemeClr>
          </a:soli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57" name="Text Placeholder 12">
            <a:extLst>
              <a:ext uri="{FF2B5EF4-FFF2-40B4-BE49-F238E27FC236}">
                <a16:creationId xmlns:a16="http://schemas.microsoft.com/office/drawing/2014/main" id="{7DF21B12-8775-7CD6-F4CC-D5DE2A18C5E1}"/>
              </a:ext>
            </a:extLst>
          </p:cNvPr>
          <p:cNvSpPr>
            <a:spLocks noGrp="1"/>
          </p:cNvSpPr>
          <p:nvPr>
            <p:ph type="body" sz="quarter" idx="133"/>
          </p:nvPr>
        </p:nvSpPr>
        <p:spPr>
          <a:xfrm>
            <a:off x="1016452" y="1605882"/>
            <a:ext cx="3223260" cy="239387"/>
          </a:xfrm>
          <a:prstGeom prst="roundRect">
            <a:avLst>
              <a:gd name="adj" fmla="val 50000"/>
            </a:avLst>
          </a:prstGeom>
          <a:solidFill>
            <a:schemeClr val="bg1"/>
          </a:solidFill>
          <a:ln w="31750">
            <a:solidFill>
              <a:schemeClr val="accent1"/>
            </a:solidFill>
          </a:ln>
        </p:spPr>
        <p:txBody>
          <a:bodyPr lIns="91440" anchor="ctr" anchorCtr="0"/>
          <a:lstStyle>
            <a:lvl1pPr>
              <a:defRPr sz="750">
                <a:solidFill>
                  <a:schemeClr val="accent1"/>
                </a:solidFill>
              </a:defRPr>
            </a:lvl1pPr>
          </a:lstStyle>
          <a:p>
            <a:pPr lvl="0"/>
            <a:r>
              <a:rPr lang="en-US"/>
              <a:t>Click to edit Master text styles</a:t>
            </a:r>
          </a:p>
        </p:txBody>
      </p:sp>
      <p:sp>
        <p:nvSpPr>
          <p:cNvPr id="58" name="Text Placeholder 12">
            <a:extLst>
              <a:ext uri="{FF2B5EF4-FFF2-40B4-BE49-F238E27FC236}">
                <a16:creationId xmlns:a16="http://schemas.microsoft.com/office/drawing/2014/main" id="{4E191A4B-C945-B017-87B2-8B7814BF4444}"/>
              </a:ext>
            </a:extLst>
          </p:cNvPr>
          <p:cNvSpPr>
            <a:spLocks noGrp="1"/>
          </p:cNvSpPr>
          <p:nvPr>
            <p:ph type="body" sz="quarter" idx="134"/>
          </p:nvPr>
        </p:nvSpPr>
        <p:spPr>
          <a:xfrm>
            <a:off x="1619360" y="1907771"/>
            <a:ext cx="3291840" cy="239387"/>
          </a:xfrm>
          <a:prstGeom prst="roundRect">
            <a:avLst>
              <a:gd name="adj" fmla="val 50000"/>
            </a:avLst>
          </a:prstGeom>
          <a:solidFill>
            <a:schemeClr val="bg1"/>
          </a:solidFill>
          <a:ln w="31750">
            <a:solidFill>
              <a:schemeClr val="accent1"/>
            </a:solidFill>
          </a:ln>
        </p:spPr>
        <p:txBody>
          <a:bodyPr lIns="91440" anchor="ctr" anchorCtr="0"/>
          <a:lstStyle>
            <a:lvl1pPr>
              <a:defRPr sz="750">
                <a:solidFill>
                  <a:schemeClr val="accent1"/>
                </a:solidFill>
              </a:defRPr>
            </a:lvl1pPr>
          </a:lstStyle>
          <a:p>
            <a:pPr lvl="0"/>
            <a:r>
              <a:rPr lang="en-US"/>
              <a:t>Click to edit Master text styles</a:t>
            </a:r>
          </a:p>
        </p:txBody>
      </p:sp>
      <p:sp>
        <p:nvSpPr>
          <p:cNvPr id="59" name="Text Placeholder 12">
            <a:extLst>
              <a:ext uri="{FF2B5EF4-FFF2-40B4-BE49-F238E27FC236}">
                <a16:creationId xmlns:a16="http://schemas.microsoft.com/office/drawing/2014/main" id="{2C6E55FD-E9AF-06A8-DF2F-4C24F96DF607}"/>
              </a:ext>
            </a:extLst>
          </p:cNvPr>
          <p:cNvSpPr>
            <a:spLocks noGrp="1"/>
          </p:cNvSpPr>
          <p:nvPr>
            <p:ph type="body" sz="quarter" idx="135"/>
          </p:nvPr>
        </p:nvSpPr>
        <p:spPr>
          <a:xfrm>
            <a:off x="1619361" y="2214659"/>
            <a:ext cx="1988820" cy="239387"/>
          </a:xfrm>
          <a:prstGeom prst="roundRect">
            <a:avLst>
              <a:gd name="adj" fmla="val 50000"/>
            </a:avLst>
          </a:prstGeom>
          <a:solidFill>
            <a:schemeClr val="bg1"/>
          </a:solidFill>
          <a:ln w="31750">
            <a:solidFill>
              <a:schemeClr val="accent1"/>
            </a:solidFill>
          </a:ln>
        </p:spPr>
        <p:txBody>
          <a:bodyPr lIns="91440" anchor="ctr" anchorCtr="0"/>
          <a:lstStyle>
            <a:lvl1pPr>
              <a:defRPr sz="750">
                <a:solidFill>
                  <a:schemeClr val="accent1"/>
                </a:solidFill>
              </a:defRPr>
            </a:lvl1pPr>
          </a:lstStyle>
          <a:p>
            <a:pPr lvl="0"/>
            <a:r>
              <a:rPr lang="en-US"/>
              <a:t>Click to edit Master text styles</a:t>
            </a:r>
          </a:p>
        </p:txBody>
      </p:sp>
      <p:sp>
        <p:nvSpPr>
          <p:cNvPr id="60" name="Text Placeholder 12">
            <a:extLst>
              <a:ext uri="{FF2B5EF4-FFF2-40B4-BE49-F238E27FC236}">
                <a16:creationId xmlns:a16="http://schemas.microsoft.com/office/drawing/2014/main" id="{70C7A1D2-4A70-64A7-C0B9-212E4FFDD438}"/>
              </a:ext>
            </a:extLst>
          </p:cNvPr>
          <p:cNvSpPr>
            <a:spLocks noGrp="1"/>
          </p:cNvSpPr>
          <p:nvPr>
            <p:ph type="body" sz="quarter" idx="137"/>
          </p:nvPr>
        </p:nvSpPr>
        <p:spPr>
          <a:xfrm>
            <a:off x="2825179" y="2883489"/>
            <a:ext cx="274320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750">
                <a:solidFill>
                  <a:schemeClr val="accent1"/>
                </a:solidFill>
              </a:defRPr>
            </a:lvl1pPr>
          </a:lstStyle>
          <a:p>
            <a:pPr lvl="0"/>
            <a:r>
              <a:rPr lang="en-US"/>
              <a:t>Click to edit Master text styles</a:t>
            </a:r>
          </a:p>
        </p:txBody>
      </p:sp>
      <p:sp>
        <p:nvSpPr>
          <p:cNvPr id="61" name="Text Placeholder 12">
            <a:extLst>
              <a:ext uri="{FF2B5EF4-FFF2-40B4-BE49-F238E27FC236}">
                <a16:creationId xmlns:a16="http://schemas.microsoft.com/office/drawing/2014/main" id="{81B2EF28-02CE-062C-7290-14D8AA30F532}"/>
              </a:ext>
            </a:extLst>
          </p:cNvPr>
          <p:cNvSpPr>
            <a:spLocks noGrp="1"/>
          </p:cNvSpPr>
          <p:nvPr>
            <p:ph type="body" sz="quarter" idx="138"/>
          </p:nvPr>
        </p:nvSpPr>
        <p:spPr>
          <a:xfrm>
            <a:off x="3428087" y="3190811"/>
            <a:ext cx="274320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750">
                <a:solidFill>
                  <a:schemeClr val="accent1"/>
                </a:solidFill>
              </a:defRPr>
            </a:lvl1pPr>
          </a:lstStyle>
          <a:p>
            <a:pPr lvl="0"/>
            <a:r>
              <a:rPr lang="en-US"/>
              <a:t>Click to edit Master text styles</a:t>
            </a:r>
          </a:p>
        </p:txBody>
      </p:sp>
      <p:sp>
        <p:nvSpPr>
          <p:cNvPr id="62" name="Text Placeholder 12">
            <a:extLst>
              <a:ext uri="{FF2B5EF4-FFF2-40B4-BE49-F238E27FC236}">
                <a16:creationId xmlns:a16="http://schemas.microsoft.com/office/drawing/2014/main" id="{6CEFFF38-7437-EDAD-A964-7D556F52CB4F}"/>
              </a:ext>
            </a:extLst>
          </p:cNvPr>
          <p:cNvSpPr>
            <a:spLocks noGrp="1"/>
          </p:cNvSpPr>
          <p:nvPr>
            <p:ph type="body" sz="quarter" idx="139"/>
          </p:nvPr>
        </p:nvSpPr>
        <p:spPr>
          <a:xfrm>
            <a:off x="4059619" y="3498133"/>
            <a:ext cx="1508760" cy="239387"/>
          </a:xfrm>
          <a:prstGeom prst="roundRect">
            <a:avLst>
              <a:gd name="adj" fmla="val 50000"/>
            </a:avLst>
          </a:prstGeom>
          <a:solidFill>
            <a:schemeClr val="bg1"/>
          </a:solidFill>
          <a:ln w="31750">
            <a:solidFill>
              <a:schemeClr val="accent2"/>
            </a:solidFill>
          </a:ln>
        </p:spPr>
        <p:txBody>
          <a:bodyPr vert="horz" lIns="91440" tIns="0" rIns="0" bIns="0" rtlCol="0" anchor="ctr" anchorCtr="0">
            <a:noAutofit/>
          </a:bodyPr>
          <a:lstStyle>
            <a:lvl1pPr>
              <a:defRPr lang="en-US" sz="750" dirty="0">
                <a:solidFill>
                  <a:schemeClr val="accent1"/>
                </a:solidFill>
              </a:defRPr>
            </a:lvl1pPr>
          </a:lstStyle>
          <a:p>
            <a:pPr lvl="0"/>
            <a:r>
              <a:rPr lang="en-US"/>
              <a:t>Click to edit Master text styles</a:t>
            </a:r>
          </a:p>
        </p:txBody>
      </p:sp>
      <p:sp>
        <p:nvSpPr>
          <p:cNvPr id="63" name="Text Placeholder 12">
            <a:extLst>
              <a:ext uri="{FF2B5EF4-FFF2-40B4-BE49-F238E27FC236}">
                <a16:creationId xmlns:a16="http://schemas.microsoft.com/office/drawing/2014/main" id="{3F7EC020-C469-70E4-8AF8-7B3AA7144128}"/>
              </a:ext>
            </a:extLst>
          </p:cNvPr>
          <p:cNvSpPr>
            <a:spLocks noGrp="1"/>
          </p:cNvSpPr>
          <p:nvPr>
            <p:ph type="body" sz="quarter" idx="140"/>
          </p:nvPr>
        </p:nvSpPr>
        <p:spPr>
          <a:xfrm>
            <a:off x="5568378" y="4133784"/>
            <a:ext cx="1920240" cy="239387"/>
          </a:xfrm>
          <a:prstGeom prst="roundRect">
            <a:avLst>
              <a:gd name="adj" fmla="val 50000"/>
            </a:avLst>
          </a:prstGeom>
          <a:solidFill>
            <a:schemeClr val="bg1"/>
          </a:solidFill>
          <a:ln w="31750">
            <a:solidFill>
              <a:schemeClr val="accent4"/>
            </a:solidFill>
          </a:ln>
        </p:spPr>
        <p:txBody>
          <a:bodyPr vert="horz" lIns="91440" tIns="0" rIns="0" bIns="0" rtlCol="0" anchor="ctr" anchorCtr="0">
            <a:noAutofit/>
          </a:bodyPr>
          <a:lstStyle>
            <a:lvl1pPr>
              <a:defRPr lang="en-US" sz="750" dirty="0">
                <a:solidFill>
                  <a:schemeClr val="accent1"/>
                </a:solidFill>
              </a:defRPr>
            </a:lvl1pPr>
          </a:lstStyle>
          <a:p>
            <a:pPr lvl="0"/>
            <a:r>
              <a:rPr lang="en-US"/>
              <a:t>Click to edit Master text styles</a:t>
            </a:r>
          </a:p>
        </p:txBody>
      </p:sp>
      <p:sp>
        <p:nvSpPr>
          <p:cNvPr id="64" name="Text Placeholder 12">
            <a:extLst>
              <a:ext uri="{FF2B5EF4-FFF2-40B4-BE49-F238E27FC236}">
                <a16:creationId xmlns:a16="http://schemas.microsoft.com/office/drawing/2014/main" id="{0402CE09-16D7-ED05-3EAE-49191CE93494}"/>
              </a:ext>
            </a:extLst>
          </p:cNvPr>
          <p:cNvSpPr>
            <a:spLocks noGrp="1"/>
          </p:cNvSpPr>
          <p:nvPr>
            <p:ph type="body" sz="quarter" idx="141"/>
          </p:nvPr>
        </p:nvSpPr>
        <p:spPr>
          <a:xfrm>
            <a:off x="5568378" y="4441108"/>
            <a:ext cx="2571750" cy="239387"/>
          </a:xfrm>
          <a:prstGeom prst="roundRect">
            <a:avLst>
              <a:gd name="adj" fmla="val 50000"/>
            </a:avLst>
          </a:prstGeom>
          <a:solidFill>
            <a:schemeClr val="bg1"/>
          </a:solidFill>
          <a:ln w="31750">
            <a:solidFill>
              <a:schemeClr val="accent4"/>
            </a:solidFill>
          </a:ln>
        </p:spPr>
        <p:txBody>
          <a:bodyPr vert="horz" lIns="91440" tIns="0" rIns="0" bIns="0" rtlCol="0" anchor="ctr" anchorCtr="0">
            <a:noAutofit/>
          </a:bodyPr>
          <a:lstStyle>
            <a:lvl1pPr>
              <a:defRPr lang="en-US" sz="750">
                <a:solidFill>
                  <a:schemeClr val="accent1"/>
                </a:solidFill>
              </a:defRPr>
            </a:lvl1pPr>
          </a:lstStyle>
          <a:p>
            <a:pPr lvl="0"/>
            <a:r>
              <a:rPr lang="en-US"/>
              <a:t>Click to edit Master text styles</a:t>
            </a:r>
          </a:p>
        </p:txBody>
      </p:sp>
      <p:sp>
        <p:nvSpPr>
          <p:cNvPr id="65" name="Text Placeholder 12">
            <a:extLst>
              <a:ext uri="{FF2B5EF4-FFF2-40B4-BE49-F238E27FC236}">
                <a16:creationId xmlns:a16="http://schemas.microsoft.com/office/drawing/2014/main" id="{BA387FC2-4F9B-F289-70C3-3D60FCBD09A6}"/>
              </a:ext>
            </a:extLst>
          </p:cNvPr>
          <p:cNvSpPr>
            <a:spLocks noGrp="1"/>
          </p:cNvSpPr>
          <p:nvPr>
            <p:ph type="body" sz="quarter" idx="143"/>
          </p:nvPr>
        </p:nvSpPr>
        <p:spPr>
          <a:xfrm>
            <a:off x="6448033" y="5091427"/>
            <a:ext cx="2356634" cy="239387"/>
          </a:xfrm>
          <a:prstGeom prst="roundRect">
            <a:avLst>
              <a:gd name="adj" fmla="val 50000"/>
            </a:avLst>
          </a:prstGeom>
          <a:solidFill>
            <a:schemeClr val="bg1"/>
          </a:solidFill>
          <a:ln w="31750">
            <a:solidFill>
              <a:srgbClr val="13AE78"/>
            </a:solidFill>
          </a:ln>
        </p:spPr>
        <p:txBody>
          <a:bodyPr vert="horz" lIns="91440" tIns="0" rIns="0" bIns="0" rtlCol="0" anchor="ctr" anchorCtr="0">
            <a:noAutofit/>
          </a:bodyPr>
          <a:lstStyle>
            <a:lvl1pPr>
              <a:defRPr lang="en-US" sz="750" dirty="0">
                <a:solidFill>
                  <a:schemeClr val="accent1"/>
                </a:solidFill>
              </a:defRPr>
            </a:lvl1pPr>
          </a:lstStyle>
          <a:p>
            <a:pPr lvl="0"/>
            <a:r>
              <a:rPr lang="en-US"/>
              <a:t>Click to edit Master text styles</a:t>
            </a:r>
          </a:p>
        </p:txBody>
      </p:sp>
      <p:sp>
        <p:nvSpPr>
          <p:cNvPr id="66" name="Text Placeholder 12">
            <a:extLst>
              <a:ext uri="{FF2B5EF4-FFF2-40B4-BE49-F238E27FC236}">
                <a16:creationId xmlns:a16="http://schemas.microsoft.com/office/drawing/2014/main" id="{58BFE5BD-E343-F19A-7077-4794D308F7B1}"/>
              </a:ext>
            </a:extLst>
          </p:cNvPr>
          <p:cNvSpPr>
            <a:spLocks noGrp="1"/>
          </p:cNvSpPr>
          <p:nvPr>
            <p:ph type="body" sz="quarter" idx="144"/>
          </p:nvPr>
        </p:nvSpPr>
        <p:spPr>
          <a:xfrm>
            <a:off x="7050942" y="5398749"/>
            <a:ext cx="1753726" cy="239387"/>
          </a:xfrm>
          <a:prstGeom prst="roundRect">
            <a:avLst>
              <a:gd name="adj" fmla="val 50000"/>
            </a:avLst>
          </a:prstGeom>
          <a:solidFill>
            <a:schemeClr val="bg1"/>
          </a:solidFill>
          <a:ln w="31750">
            <a:solidFill>
              <a:srgbClr val="13AE78"/>
            </a:solidFill>
          </a:ln>
        </p:spPr>
        <p:txBody>
          <a:bodyPr vert="horz" lIns="91440" tIns="0" rIns="0" bIns="0" rtlCol="0" anchor="ctr" anchorCtr="0">
            <a:noAutofit/>
          </a:bodyPr>
          <a:lstStyle>
            <a:lvl1pPr>
              <a:defRPr lang="en-US" sz="750" dirty="0">
                <a:solidFill>
                  <a:schemeClr val="accent1"/>
                </a:solidFill>
              </a:defRPr>
            </a:lvl1pPr>
          </a:lstStyle>
          <a:p>
            <a:pPr lvl="0"/>
            <a:r>
              <a:rPr lang="en-US"/>
              <a:t>Click to edit Master text styles</a:t>
            </a:r>
          </a:p>
        </p:txBody>
      </p:sp>
      <p:sp>
        <p:nvSpPr>
          <p:cNvPr id="35" name="Date Placeholder 34">
            <a:extLst>
              <a:ext uri="{FF2B5EF4-FFF2-40B4-BE49-F238E27FC236}">
                <a16:creationId xmlns:a16="http://schemas.microsoft.com/office/drawing/2014/main" id="{B9100BBE-DC06-8944-699E-88505E2A7FAD}"/>
              </a:ext>
            </a:extLst>
          </p:cNvPr>
          <p:cNvSpPr>
            <a:spLocks noGrp="1"/>
          </p:cNvSpPr>
          <p:nvPr>
            <p:ph type="dt" sz="half" idx="157"/>
          </p:nvPr>
        </p:nvSpPr>
        <p:spPr/>
        <p:txBody>
          <a:bodyPr/>
          <a:lstStyle/>
          <a:p>
            <a:fld id="{AA9D3068-22F6-6C4B-88BF-F71521FFAD35}" type="datetime1">
              <a:rPr lang="en-US" smtClean="0"/>
              <a:t>5/26/2026</a:t>
            </a:fld>
            <a:endParaRPr lang="en-US"/>
          </a:p>
        </p:txBody>
      </p:sp>
      <p:sp>
        <p:nvSpPr>
          <p:cNvPr id="36" name="Footer Placeholder 35">
            <a:extLst>
              <a:ext uri="{FF2B5EF4-FFF2-40B4-BE49-F238E27FC236}">
                <a16:creationId xmlns:a16="http://schemas.microsoft.com/office/drawing/2014/main" id="{44D3CEDE-CD55-543E-5C9E-F8D516BCF1B9}"/>
              </a:ext>
            </a:extLst>
          </p:cNvPr>
          <p:cNvSpPr>
            <a:spLocks noGrp="1"/>
          </p:cNvSpPr>
          <p:nvPr>
            <p:ph type="ftr" sz="quarter" idx="158"/>
          </p:nvPr>
        </p:nvSpPr>
        <p:spPr/>
        <p:txBody>
          <a:bodyPr/>
          <a:lstStyle/>
          <a:p>
            <a:r>
              <a:rPr lang="en-US"/>
              <a:t>Confidential</a:t>
            </a:r>
          </a:p>
        </p:txBody>
      </p:sp>
      <p:sp>
        <p:nvSpPr>
          <p:cNvPr id="37" name="Slide Number Placeholder 36">
            <a:extLst>
              <a:ext uri="{FF2B5EF4-FFF2-40B4-BE49-F238E27FC236}">
                <a16:creationId xmlns:a16="http://schemas.microsoft.com/office/drawing/2014/main" id="{942E7C18-6D6E-27BF-FA05-FA6DFB599544}"/>
              </a:ext>
            </a:extLst>
          </p:cNvPr>
          <p:cNvSpPr>
            <a:spLocks noGrp="1"/>
          </p:cNvSpPr>
          <p:nvPr>
            <p:ph type="sldNum" sz="quarter" idx="159"/>
          </p:nvPr>
        </p:nvSpPr>
        <p:spPr/>
        <p:txBody>
          <a:bodyPr/>
          <a:lstStyle/>
          <a:p>
            <a:fld id="{A82C3BC0-3EBF-3C4C-A3D8-795624EBC6AA}" type="slidenum">
              <a:rPr lang="en-US" smtClean="0"/>
              <a:pPr/>
              <a:t>‹#›</a:t>
            </a:fld>
            <a:endParaRPr lang="en-US"/>
          </a:p>
        </p:txBody>
      </p:sp>
      <p:sp>
        <p:nvSpPr>
          <p:cNvPr id="38" name="Text Placeholder 13">
            <a:extLst>
              <a:ext uri="{FF2B5EF4-FFF2-40B4-BE49-F238E27FC236}">
                <a16:creationId xmlns:a16="http://schemas.microsoft.com/office/drawing/2014/main" id="{89A01E19-EC00-6C1E-65B7-AAA3ED9352D7}"/>
              </a:ext>
            </a:extLst>
          </p:cNvPr>
          <p:cNvSpPr>
            <a:spLocks noGrp="1"/>
          </p:cNvSpPr>
          <p:nvPr>
            <p:ph type="body" sz="quarter" idx="130"/>
          </p:nvPr>
        </p:nvSpPr>
        <p:spPr>
          <a:xfrm rot="16200000">
            <a:off x="4573280" y="-2816054"/>
            <a:ext cx="27432" cy="8435340"/>
          </a:xfrm>
          <a:prstGeom prst="rect">
            <a:avLst/>
          </a:prstGeom>
          <a:gradFill flip="none" rotWithShape="1">
            <a:gsLst>
              <a:gs pos="0">
                <a:schemeClr val="accent3"/>
              </a:gs>
              <a:gs pos="99000">
                <a:schemeClr val="accent2"/>
              </a:gs>
            </a:gsLst>
            <a:lin ang="5400000" scaled="0"/>
            <a:tileRect/>
          </a:gradFill>
          <a:ln>
            <a:noFill/>
          </a:ln>
        </p:spPr>
        <p:txBody>
          <a:bodyPr anchor="ctr" anchorCtr="1"/>
          <a:lstStyle>
            <a:lvl1pPr>
              <a:defRPr>
                <a:solidFill>
                  <a:schemeClr val="tx1">
                    <a:lumMod val="75000"/>
                    <a:lumOff val="25000"/>
                    <a:alpha val="0"/>
                  </a:schemeClr>
                </a:solidFill>
              </a:defRPr>
            </a:lvl1pPr>
          </a:lstStyle>
          <a:p>
            <a:pPr lvl="0"/>
            <a:r>
              <a:rPr lang="en-US"/>
              <a:t>Click to edit Master text styles</a:t>
            </a:r>
          </a:p>
        </p:txBody>
      </p:sp>
      <p:sp>
        <p:nvSpPr>
          <p:cNvPr id="2" name="Rectangle 1">
            <a:extLst>
              <a:ext uri="{FF2B5EF4-FFF2-40B4-BE49-F238E27FC236}">
                <a16:creationId xmlns:a16="http://schemas.microsoft.com/office/drawing/2014/main" id="{A90E9A3C-348A-B02D-7E45-8780361AFAB4}"/>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4" name="Text Placeholder 7">
            <a:extLst>
              <a:ext uri="{FF2B5EF4-FFF2-40B4-BE49-F238E27FC236}">
                <a16:creationId xmlns:a16="http://schemas.microsoft.com/office/drawing/2014/main" id="{7A21DD5D-8235-5457-3F80-E82DE430631E}"/>
              </a:ext>
            </a:extLst>
          </p:cNvPr>
          <p:cNvSpPr>
            <a:spLocks noGrp="1"/>
          </p:cNvSpPr>
          <p:nvPr>
            <p:ph type="body" sz="quarter" idx="160" hasCustomPrompt="1"/>
          </p:nvPr>
        </p:nvSpPr>
        <p:spPr>
          <a:xfrm>
            <a:off x="372665" y="365760"/>
            <a:ext cx="8398668"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5" name="Group 4">
            <a:extLst>
              <a:ext uri="{FF2B5EF4-FFF2-40B4-BE49-F238E27FC236}">
                <a16:creationId xmlns:a16="http://schemas.microsoft.com/office/drawing/2014/main" id="{58FA09F5-D5D7-C4CA-0C8B-548C995A65CB}"/>
              </a:ext>
            </a:extLst>
          </p:cNvPr>
          <p:cNvGrpSpPr/>
          <p:nvPr userDrawn="1"/>
        </p:nvGrpSpPr>
        <p:grpSpPr>
          <a:xfrm>
            <a:off x="7877516" y="6374712"/>
            <a:ext cx="892520" cy="186437"/>
            <a:chOff x="10615642" y="6334107"/>
            <a:chExt cx="1079469" cy="225489"/>
          </a:xfrm>
        </p:grpSpPr>
        <p:sp>
          <p:nvSpPr>
            <p:cNvPr id="7" name="Freeform 6">
              <a:extLst>
                <a:ext uri="{FF2B5EF4-FFF2-40B4-BE49-F238E27FC236}">
                  <a16:creationId xmlns:a16="http://schemas.microsoft.com/office/drawing/2014/main" id="{BA9F5DD9-3568-258E-88F7-CC8BBC2BD97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75964466-0677-49C4-CD43-7E505130246F}"/>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65A6183-9189-E1FD-A44E-8F666D90B4A4}"/>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F643AF58-B6EE-2F2C-4B97-7781A2FE6B5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8DFC5783-61FB-EDB6-3F49-81CD1284E88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2D854C0D-7362-BA2B-0BE6-FADAD553CB1C}"/>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10C2C12-5C6F-B397-E6A8-866B1F80A9E8}"/>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D6925BF1-F063-3516-2BD4-4C78B0DAB922}"/>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16AE496D-CD26-C2FD-B566-29D21EFA090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20088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enefits Long Whi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3580210" cy="328304"/>
          </a:xfrm>
        </p:spPr>
        <p:txBody>
          <a:bodyPr/>
          <a:lstStyle/>
          <a:p>
            <a:r>
              <a:rPr lang="en-US" dirty="0"/>
              <a:t>Benefits Long White</a:t>
            </a:r>
          </a:p>
        </p:txBody>
      </p:sp>
      <p:sp>
        <p:nvSpPr>
          <p:cNvPr id="2" name="Picture Placeholder 9">
            <a:extLst>
              <a:ext uri="{FF2B5EF4-FFF2-40B4-BE49-F238E27FC236}">
                <a16:creationId xmlns:a16="http://schemas.microsoft.com/office/drawing/2014/main" id="{EFE99013-8E86-CB25-CE85-0697E361C7CC}"/>
              </a:ext>
            </a:extLst>
          </p:cNvPr>
          <p:cNvSpPr>
            <a:spLocks noGrp="1"/>
          </p:cNvSpPr>
          <p:nvPr>
            <p:ph type="pic" sz="quarter" idx="13" hasCustomPrompt="1"/>
          </p:nvPr>
        </p:nvSpPr>
        <p:spPr>
          <a:xfrm>
            <a:off x="4337788" y="488950"/>
            <a:ext cx="4418672" cy="5377460"/>
          </a:xfrm>
          <a:prstGeom prst="rect">
            <a:avLst/>
          </a:prstGeom>
        </p:spPr>
        <p:txBody>
          <a:bodyPr bIns="914400" anchor="ctr" anchorCtr="0"/>
          <a:lstStyle>
            <a:lvl1pPr algn="ctr">
              <a:defRPr sz="1500"/>
            </a:lvl1pPr>
          </a:lstStyle>
          <a:p>
            <a:r>
              <a:rPr lang="en-US" dirty="0"/>
              <a:t>Insert product photo here</a:t>
            </a:r>
          </a:p>
        </p:txBody>
      </p:sp>
      <p:sp>
        <p:nvSpPr>
          <p:cNvPr id="18" name="Text Placeholder 17">
            <a:extLst>
              <a:ext uri="{FF2B5EF4-FFF2-40B4-BE49-F238E27FC236}">
                <a16:creationId xmlns:a16="http://schemas.microsoft.com/office/drawing/2014/main" id="{C12FDFDF-BD1B-57A0-5D07-D542F6E4BAEB}"/>
              </a:ext>
            </a:extLst>
          </p:cNvPr>
          <p:cNvSpPr>
            <a:spLocks noGrp="1"/>
          </p:cNvSpPr>
          <p:nvPr>
            <p:ph type="body" sz="quarter" idx="14"/>
          </p:nvPr>
        </p:nvSpPr>
        <p:spPr>
          <a:xfrm>
            <a:off x="372667" y="1642391"/>
            <a:ext cx="3580209" cy="4183031"/>
          </a:xfrm>
          <a:prstGeom prst="rect">
            <a:avLst/>
          </a:prstGeom>
        </p:spPr>
        <p:txBody>
          <a:bodyPr/>
          <a:lstStyle>
            <a:lvl1pPr>
              <a:defRPr sz="1200"/>
            </a:lvl1pPr>
            <a:lvl2pPr>
              <a:defRPr sz="1000"/>
            </a:lvl2pPr>
            <a:lvl3pPr>
              <a:defRPr sz="1050"/>
            </a:lvl3pPr>
          </a:lstStyle>
          <a:p>
            <a:pPr lvl="0"/>
            <a:r>
              <a:rPr lang="en-US"/>
              <a:t>Click to edit Master text styles</a:t>
            </a:r>
          </a:p>
          <a:p>
            <a:pPr lvl="1"/>
            <a:r>
              <a:rPr lang="en-US"/>
              <a:t>Second level</a:t>
            </a:r>
          </a:p>
        </p:txBody>
      </p:sp>
      <p:sp>
        <p:nvSpPr>
          <p:cNvPr id="11" name="Date Placeholder 10">
            <a:extLst>
              <a:ext uri="{FF2B5EF4-FFF2-40B4-BE49-F238E27FC236}">
                <a16:creationId xmlns:a16="http://schemas.microsoft.com/office/drawing/2014/main" id="{03DC5A99-ADAF-F3A7-93DB-2CE3B902CC7E}"/>
              </a:ext>
            </a:extLst>
          </p:cNvPr>
          <p:cNvSpPr>
            <a:spLocks noGrp="1"/>
          </p:cNvSpPr>
          <p:nvPr>
            <p:ph type="dt" sz="half" idx="15"/>
          </p:nvPr>
        </p:nvSpPr>
        <p:spPr/>
        <p:txBody>
          <a:bodyPr/>
          <a:lstStyle/>
          <a:p>
            <a:fld id="{6216ADAB-EE68-1B47-B09C-C2FF78273B37}" type="datetime1">
              <a:rPr lang="en-US" smtClean="0"/>
              <a:t>5/26/2026</a:t>
            </a:fld>
            <a:endParaRPr lang="en-US"/>
          </a:p>
        </p:txBody>
      </p:sp>
      <p:sp>
        <p:nvSpPr>
          <p:cNvPr id="12" name="Footer Placeholder 11">
            <a:extLst>
              <a:ext uri="{FF2B5EF4-FFF2-40B4-BE49-F238E27FC236}">
                <a16:creationId xmlns:a16="http://schemas.microsoft.com/office/drawing/2014/main" id="{0E6059D9-3FA1-49C2-4B97-2EAE1ECA9F13}"/>
              </a:ext>
            </a:extLst>
          </p:cNvPr>
          <p:cNvSpPr>
            <a:spLocks noGrp="1"/>
          </p:cNvSpPr>
          <p:nvPr>
            <p:ph type="ftr" sz="quarter" idx="16"/>
          </p:nvPr>
        </p:nvSpPr>
        <p:spPr/>
        <p:txBody>
          <a:bodyPr/>
          <a:lstStyle/>
          <a:p>
            <a:r>
              <a:rPr lang="en-US"/>
              <a:t>Confidential</a:t>
            </a:r>
          </a:p>
        </p:txBody>
      </p:sp>
      <p:sp>
        <p:nvSpPr>
          <p:cNvPr id="13" name="Slide Number Placeholder 12">
            <a:extLst>
              <a:ext uri="{FF2B5EF4-FFF2-40B4-BE49-F238E27FC236}">
                <a16:creationId xmlns:a16="http://schemas.microsoft.com/office/drawing/2014/main" id="{744109D1-FDAB-9F22-15AA-FA07EDA27A30}"/>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6" name="Rectangle 5">
            <a:extLst>
              <a:ext uri="{FF2B5EF4-FFF2-40B4-BE49-F238E27FC236}">
                <a16:creationId xmlns:a16="http://schemas.microsoft.com/office/drawing/2014/main" id="{2FA23974-A2AD-B66F-0A07-FDE774672D18}"/>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3" name="Text Placeholder 7">
            <a:extLst>
              <a:ext uri="{FF2B5EF4-FFF2-40B4-BE49-F238E27FC236}">
                <a16:creationId xmlns:a16="http://schemas.microsoft.com/office/drawing/2014/main" id="{C6EE9196-F93E-A19F-A21C-169A8714EFCB}"/>
              </a:ext>
            </a:extLst>
          </p:cNvPr>
          <p:cNvSpPr>
            <a:spLocks noGrp="1"/>
          </p:cNvSpPr>
          <p:nvPr>
            <p:ph type="body" sz="quarter" idx="18" hasCustomPrompt="1"/>
          </p:nvPr>
        </p:nvSpPr>
        <p:spPr>
          <a:xfrm>
            <a:off x="372665" y="365760"/>
            <a:ext cx="3580209"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4" name="Group 3">
            <a:extLst>
              <a:ext uri="{FF2B5EF4-FFF2-40B4-BE49-F238E27FC236}">
                <a16:creationId xmlns:a16="http://schemas.microsoft.com/office/drawing/2014/main" id="{AC1CBA52-699A-F295-ACA2-43E02E53F41B}"/>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C2330C54-9699-C34B-946B-CDFC291843E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FF1DB5B8-1E93-CFAA-E94C-EFDAAD8FD4CD}"/>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1C843104-5CE9-8777-765B-C7D38C57BF45}"/>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45CFE46-410A-7D24-CBFA-6C02E6150CDD}"/>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0200F1C1-B789-9369-665E-7134812FE57E}"/>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519F7E1-4AD6-C348-5999-B23ADD933384}"/>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110AC36-72BA-D644-ABBC-11A0683F80C8}"/>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F9A2944-4432-0825-C2BB-412981EE0246}"/>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451C3CC-474E-CEED-3C34-AA0A80DD7689}"/>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629749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Situ 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401050" cy="328304"/>
          </a:xfrm>
        </p:spPr>
        <p:txBody>
          <a:bodyPr/>
          <a:lstStyle/>
          <a:p>
            <a:r>
              <a:rPr lang="en-US" dirty="0"/>
              <a:t>In-Situ White A</a:t>
            </a:r>
          </a:p>
        </p:txBody>
      </p:sp>
      <p:sp>
        <p:nvSpPr>
          <p:cNvPr id="6" name="Text Placeholder 8">
            <a:extLst>
              <a:ext uri="{FF2B5EF4-FFF2-40B4-BE49-F238E27FC236}">
                <a16:creationId xmlns:a16="http://schemas.microsoft.com/office/drawing/2014/main" id="{60C5F9C0-65CC-C855-59EF-008E4190BFB7}"/>
              </a:ext>
            </a:extLst>
          </p:cNvPr>
          <p:cNvSpPr>
            <a:spLocks noGrp="1"/>
          </p:cNvSpPr>
          <p:nvPr>
            <p:ph type="body" sz="quarter" idx="20"/>
          </p:nvPr>
        </p:nvSpPr>
        <p:spPr>
          <a:xfrm>
            <a:off x="6407135" y="5491084"/>
            <a:ext cx="2364198" cy="198516"/>
          </a:xfrm>
          <a:prstGeom prst="rect">
            <a:avLst/>
          </a:prstGeom>
        </p:spPr>
        <p:txBody>
          <a:bodyPr vert="horz" wrap="square" lIns="0" tIns="0" rIns="0" bIns="0" rtlCol="0" anchor="b" anchorCtr="0">
            <a:spAutoFit/>
          </a:bodyPr>
          <a:lstStyle>
            <a:lvl1pPr>
              <a:defRPr lang="en-US" sz="1200" dirty="0" smtClean="0"/>
            </a:lvl1pPr>
          </a:lstStyle>
          <a:p>
            <a:pPr lvl="0"/>
            <a:r>
              <a:rPr lang="en-US"/>
              <a:t>Click to edit Master text styles</a:t>
            </a:r>
          </a:p>
        </p:txBody>
      </p:sp>
      <p:sp>
        <p:nvSpPr>
          <p:cNvPr id="13" name="Rectangle 12">
            <a:extLst>
              <a:ext uri="{FF2B5EF4-FFF2-40B4-BE49-F238E27FC236}">
                <a16:creationId xmlns:a16="http://schemas.microsoft.com/office/drawing/2014/main" id="{5AEF9848-81E3-885B-CF68-253AC6DFE163}"/>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 name="Text Placeholder 7">
            <a:extLst>
              <a:ext uri="{FF2B5EF4-FFF2-40B4-BE49-F238E27FC236}">
                <a16:creationId xmlns:a16="http://schemas.microsoft.com/office/drawing/2014/main" id="{07E34CBE-A7D4-D37B-CA35-FA2A9D6B5D4E}"/>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28" name="Picture Placeholder 9">
            <a:extLst>
              <a:ext uri="{FF2B5EF4-FFF2-40B4-BE49-F238E27FC236}">
                <a16:creationId xmlns:a16="http://schemas.microsoft.com/office/drawing/2014/main" id="{55F4500D-7738-6857-42F9-14709268EE08}"/>
              </a:ext>
            </a:extLst>
          </p:cNvPr>
          <p:cNvSpPr>
            <a:spLocks noGrp="1"/>
          </p:cNvSpPr>
          <p:nvPr>
            <p:ph type="pic" sz="quarter" idx="18" hasCustomPrompt="1"/>
          </p:nvPr>
        </p:nvSpPr>
        <p:spPr>
          <a:xfrm>
            <a:off x="585684" y="2086200"/>
            <a:ext cx="5379933" cy="3469604"/>
          </a:xfrm>
          <a:prstGeom prst="rect">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1280160" numCol="1" spcCol="0" rtlCol="0" fromWordArt="0" anchor="ctr" anchorCtr="1" forceAA="0" compatLnSpc="1">
            <a:prstTxWarp prst="textNoShape">
              <a:avLst/>
            </a:prstTxWarp>
            <a:noAutofit/>
          </a:bodyPr>
          <a:lstStyle>
            <a:lvl1pPr>
              <a:defRPr lang="en-US" sz="2000" b="0" i="0">
                <a:solidFill>
                  <a:schemeClr val="tx1"/>
                </a:solidFill>
                <a:latin typeface="Spectrum Sans" panose="020B0502020503020304" pitchFamily="34" charset="0"/>
              </a:defRPr>
            </a:lvl1pPr>
          </a:lstStyle>
          <a:p>
            <a:pPr lvl="0" algn="ctr">
              <a:spcBef>
                <a:spcPts val="900"/>
              </a:spcBef>
            </a:pPr>
            <a:r>
              <a:rPr lang="en-US" dirty="0"/>
              <a:t>Drag and drop photo here</a:t>
            </a:r>
          </a:p>
        </p:txBody>
      </p:sp>
      <p:sp>
        <p:nvSpPr>
          <p:cNvPr id="29" name="Text Placeholder 7">
            <a:extLst>
              <a:ext uri="{FF2B5EF4-FFF2-40B4-BE49-F238E27FC236}">
                <a16:creationId xmlns:a16="http://schemas.microsoft.com/office/drawing/2014/main" id="{C5C6A2EF-9DD3-BC9A-9445-4E928B424D84}"/>
              </a:ext>
            </a:extLst>
          </p:cNvPr>
          <p:cNvSpPr>
            <a:spLocks noGrp="1"/>
          </p:cNvSpPr>
          <p:nvPr>
            <p:ph type="body" sz="quarter" idx="28"/>
          </p:nvPr>
        </p:nvSpPr>
        <p:spPr>
          <a:xfrm>
            <a:off x="471487" y="1952404"/>
            <a:ext cx="5608328" cy="3737196"/>
          </a:xfrm>
          <a:custGeom>
            <a:avLst/>
            <a:gdLst>
              <a:gd name="connsiteX0" fmla="*/ 182785 w 8012112"/>
              <a:gd name="connsiteY0" fmla="*/ 207519 h 5338995"/>
              <a:gd name="connsiteX1" fmla="*/ 182785 w 8012112"/>
              <a:gd name="connsiteY1" fmla="*/ 5131477 h 5338995"/>
              <a:gd name="connsiteX2" fmla="*/ 7829326 w 8012112"/>
              <a:gd name="connsiteY2" fmla="*/ 5131477 h 5338995"/>
              <a:gd name="connsiteX3" fmla="*/ 7829326 w 8012112"/>
              <a:gd name="connsiteY3" fmla="*/ 207519 h 5338995"/>
              <a:gd name="connsiteX4" fmla="*/ 231873 w 8012112"/>
              <a:gd name="connsiteY4" fmla="*/ 0 h 5338995"/>
              <a:gd name="connsiteX5" fmla="*/ 7780239 w 8012112"/>
              <a:gd name="connsiteY5" fmla="*/ 0 h 5338995"/>
              <a:gd name="connsiteX6" fmla="*/ 8012112 w 8012112"/>
              <a:gd name="connsiteY6" fmla="*/ 231873 h 5338995"/>
              <a:gd name="connsiteX7" fmla="*/ 8012112 w 8012112"/>
              <a:gd name="connsiteY7" fmla="*/ 5107122 h 5338995"/>
              <a:gd name="connsiteX8" fmla="*/ 7780239 w 8012112"/>
              <a:gd name="connsiteY8" fmla="*/ 5338995 h 5338995"/>
              <a:gd name="connsiteX9" fmla="*/ 231873 w 8012112"/>
              <a:gd name="connsiteY9" fmla="*/ 5338995 h 5338995"/>
              <a:gd name="connsiteX10" fmla="*/ 0 w 8012112"/>
              <a:gd name="connsiteY10" fmla="*/ 5107122 h 5338995"/>
              <a:gd name="connsiteX11" fmla="*/ 0 w 8012112"/>
              <a:gd name="connsiteY11" fmla="*/ 231873 h 5338995"/>
              <a:gd name="connsiteX12" fmla="*/ 231873 w 8012112"/>
              <a:gd name="connsiteY12" fmla="*/ 0 h 533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12112" h="5338995">
                <a:moveTo>
                  <a:pt x="182785" y="207519"/>
                </a:moveTo>
                <a:lnTo>
                  <a:pt x="182785" y="5131477"/>
                </a:lnTo>
                <a:lnTo>
                  <a:pt x="7829326" y="5131477"/>
                </a:lnTo>
                <a:lnTo>
                  <a:pt x="7829326" y="207519"/>
                </a:lnTo>
                <a:close/>
                <a:moveTo>
                  <a:pt x="231873" y="0"/>
                </a:moveTo>
                <a:lnTo>
                  <a:pt x="7780239" y="0"/>
                </a:lnTo>
                <a:cubicBezTo>
                  <a:pt x="7908299" y="0"/>
                  <a:pt x="8012112" y="103813"/>
                  <a:pt x="8012112" y="231873"/>
                </a:cubicBezTo>
                <a:lnTo>
                  <a:pt x="8012112" y="5107122"/>
                </a:lnTo>
                <a:cubicBezTo>
                  <a:pt x="8012112" y="5235182"/>
                  <a:pt x="7908299" y="5338995"/>
                  <a:pt x="7780239" y="5338995"/>
                </a:cubicBezTo>
                <a:lnTo>
                  <a:pt x="231873" y="5338995"/>
                </a:lnTo>
                <a:cubicBezTo>
                  <a:pt x="103813" y="5338995"/>
                  <a:pt x="0" y="5235182"/>
                  <a:pt x="0" y="5107122"/>
                </a:cubicBezTo>
                <a:lnTo>
                  <a:pt x="0" y="231873"/>
                </a:lnTo>
                <a:cubicBezTo>
                  <a:pt x="0" y="103813"/>
                  <a:pt x="103813" y="0"/>
                  <a:pt x="231873" y="0"/>
                </a:cubicBezTo>
                <a:close/>
              </a:path>
            </a:pathLst>
          </a:custGeom>
          <a:solidFill>
            <a:schemeClr val="tx1"/>
          </a:solidFill>
        </p:spPr>
        <p:txBody>
          <a:bodyPr wrap="square">
            <a:noAutofit/>
          </a:bodyPr>
          <a:lstStyle>
            <a:lvl1pPr>
              <a:defRPr sz="100" b="0" i="0">
                <a:solidFill>
                  <a:schemeClr val="tx1">
                    <a:alpha val="0"/>
                  </a:schemeClr>
                </a:solidFill>
                <a:latin typeface="Spectrum Sans" panose="020B0502020503020304" pitchFamily="34" charset="0"/>
                <a:cs typeface="Spectrum Sans" panose="020B0502020503020304" pitchFamily="34" charset="0"/>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30" name="Date Placeholder 29">
            <a:extLst>
              <a:ext uri="{FF2B5EF4-FFF2-40B4-BE49-F238E27FC236}">
                <a16:creationId xmlns:a16="http://schemas.microsoft.com/office/drawing/2014/main" id="{956CCE6C-3AB2-DC07-915C-F38451A27977}"/>
              </a:ext>
            </a:extLst>
          </p:cNvPr>
          <p:cNvSpPr>
            <a:spLocks noGrp="1"/>
          </p:cNvSpPr>
          <p:nvPr>
            <p:ph type="dt" sz="half" idx="29"/>
          </p:nvPr>
        </p:nvSpPr>
        <p:spPr/>
        <p:txBody>
          <a:bodyPr/>
          <a:lstStyle/>
          <a:p>
            <a:fld id="{6CB0A602-110D-F64E-A295-DD52B0163174}" type="datetime1">
              <a:rPr lang="en-US" smtClean="0"/>
              <a:t>5/26/2026</a:t>
            </a:fld>
            <a:endParaRPr lang="en-US"/>
          </a:p>
        </p:txBody>
      </p:sp>
      <p:sp>
        <p:nvSpPr>
          <p:cNvPr id="31" name="Footer Placeholder 30">
            <a:extLst>
              <a:ext uri="{FF2B5EF4-FFF2-40B4-BE49-F238E27FC236}">
                <a16:creationId xmlns:a16="http://schemas.microsoft.com/office/drawing/2014/main" id="{7C9626BD-DB82-FF9B-AE34-EE56DE00E35A}"/>
              </a:ext>
            </a:extLst>
          </p:cNvPr>
          <p:cNvSpPr>
            <a:spLocks noGrp="1"/>
          </p:cNvSpPr>
          <p:nvPr>
            <p:ph type="ftr" sz="quarter" idx="30"/>
          </p:nvPr>
        </p:nvSpPr>
        <p:spPr/>
        <p:txBody>
          <a:bodyPr/>
          <a:lstStyle/>
          <a:p>
            <a:r>
              <a:rPr lang="en-US"/>
              <a:t>Confidential</a:t>
            </a:r>
          </a:p>
        </p:txBody>
      </p:sp>
      <p:sp>
        <p:nvSpPr>
          <p:cNvPr id="32" name="Slide Number Placeholder 31">
            <a:extLst>
              <a:ext uri="{FF2B5EF4-FFF2-40B4-BE49-F238E27FC236}">
                <a16:creationId xmlns:a16="http://schemas.microsoft.com/office/drawing/2014/main" id="{B50E1242-8113-B010-1E59-9006C8B473FB}"/>
              </a:ext>
            </a:extLst>
          </p:cNvPr>
          <p:cNvSpPr>
            <a:spLocks noGrp="1"/>
          </p:cNvSpPr>
          <p:nvPr>
            <p:ph type="sldNum" sz="quarter" idx="31"/>
          </p:nvPr>
        </p:nvSpPr>
        <p:spPr/>
        <p:txBody>
          <a:bodyPr/>
          <a:lstStyle/>
          <a:p>
            <a:fld id="{A82C3BC0-3EBF-3C4C-A3D8-795624EBC6AA}" type="slidenum">
              <a:rPr lang="en-US" smtClean="0"/>
              <a:pPr/>
              <a:t>‹#›</a:t>
            </a:fld>
            <a:endParaRPr lang="en-US"/>
          </a:p>
        </p:txBody>
      </p:sp>
      <p:grpSp>
        <p:nvGrpSpPr>
          <p:cNvPr id="3" name="Group 2">
            <a:extLst>
              <a:ext uri="{FF2B5EF4-FFF2-40B4-BE49-F238E27FC236}">
                <a16:creationId xmlns:a16="http://schemas.microsoft.com/office/drawing/2014/main" id="{50CFCCBD-EE79-18AC-7B47-0580284A7DD3}"/>
              </a:ext>
            </a:extLst>
          </p:cNvPr>
          <p:cNvGrpSpPr/>
          <p:nvPr userDrawn="1"/>
        </p:nvGrpSpPr>
        <p:grpSpPr>
          <a:xfrm>
            <a:off x="7877516" y="6374712"/>
            <a:ext cx="892520" cy="186437"/>
            <a:chOff x="10615642" y="6334107"/>
            <a:chExt cx="1079469" cy="225489"/>
          </a:xfrm>
        </p:grpSpPr>
        <p:sp>
          <p:nvSpPr>
            <p:cNvPr id="4" name="Freeform 3">
              <a:extLst>
                <a:ext uri="{FF2B5EF4-FFF2-40B4-BE49-F238E27FC236}">
                  <a16:creationId xmlns:a16="http://schemas.microsoft.com/office/drawing/2014/main" id="{0FA1E722-ECB1-11DC-71BF-4D35FC138D86}"/>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6232CF37-8A44-06DF-0172-9550E20C439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C420510E-52C5-F04A-AC99-E37D4877444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84C7A27-E12B-F321-BD64-6E12D8295EA0}"/>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717F0CEB-F70A-B8F3-7AE6-DF5EA4CA3EDC}"/>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3022BF8-9CB2-926B-4BFB-5266E0F97D2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1F7A9419-D406-BAD2-65FE-6DFB6AD50BBF}"/>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ACCDE9CE-0B40-6B46-1AB9-54EB038FCB2C}"/>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79ACC4A4-417A-806F-2487-23C95326D464}"/>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37768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Situ B">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397954" cy="328304"/>
          </a:xfrm>
        </p:spPr>
        <p:txBody>
          <a:bodyPr/>
          <a:lstStyle/>
          <a:p>
            <a:r>
              <a:rPr lang="en-US" dirty="0"/>
              <a:t>In-Situ White B</a:t>
            </a:r>
          </a:p>
        </p:txBody>
      </p:sp>
      <p:sp>
        <p:nvSpPr>
          <p:cNvPr id="13" name="Text Placeholder 8">
            <a:extLst>
              <a:ext uri="{FF2B5EF4-FFF2-40B4-BE49-F238E27FC236}">
                <a16:creationId xmlns:a16="http://schemas.microsoft.com/office/drawing/2014/main" id="{7F601270-0B8D-2E04-B345-1B99115D4503}"/>
              </a:ext>
            </a:extLst>
          </p:cNvPr>
          <p:cNvSpPr>
            <a:spLocks noGrp="1"/>
          </p:cNvSpPr>
          <p:nvPr>
            <p:ph type="body" sz="quarter" idx="20"/>
          </p:nvPr>
        </p:nvSpPr>
        <p:spPr>
          <a:xfrm>
            <a:off x="372667" y="5491084"/>
            <a:ext cx="2365805" cy="198516"/>
          </a:xfrm>
          <a:prstGeom prst="rect">
            <a:avLst/>
          </a:prstGeom>
        </p:spPr>
        <p:txBody>
          <a:bodyPr vert="horz" wrap="square" lIns="0" tIns="0" rIns="0" bIns="0" rtlCol="0" anchor="b" anchorCtr="0">
            <a:spAutoFit/>
          </a:bodyPr>
          <a:lstStyle>
            <a:lvl1pPr>
              <a:defRPr lang="en-US" sz="1200" dirty="0" smtClean="0"/>
            </a:lvl1pPr>
          </a:lstStyle>
          <a:p>
            <a:pPr lvl="0"/>
            <a:r>
              <a:rPr lang="en-US"/>
              <a:t>Click to edit Master text styles</a:t>
            </a:r>
          </a:p>
        </p:txBody>
      </p:sp>
      <p:sp>
        <p:nvSpPr>
          <p:cNvPr id="7" name="Rectangle 6">
            <a:extLst>
              <a:ext uri="{FF2B5EF4-FFF2-40B4-BE49-F238E27FC236}">
                <a16:creationId xmlns:a16="http://schemas.microsoft.com/office/drawing/2014/main" id="{499EB20A-670A-9605-8684-AFB2DF9CCB68}"/>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5" name="Text Placeholder 7">
            <a:extLst>
              <a:ext uri="{FF2B5EF4-FFF2-40B4-BE49-F238E27FC236}">
                <a16:creationId xmlns:a16="http://schemas.microsoft.com/office/drawing/2014/main" id="{A2BF651A-222E-3947-188D-A2894C0CDA54}"/>
              </a:ext>
            </a:extLst>
          </p:cNvPr>
          <p:cNvSpPr>
            <a:spLocks noGrp="1"/>
          </p:cNvSpPr>
          <p:nvPr>
            <p:ph type="body" sz="quarter" idx="13" hasCustomPrompt="1"/>
          </p:nvPr>
        </p:nvSpPr>
        <p:spPr>
          <a:xfrm>
            <a:off x="372665" y="365760"/>
            <a:ext cx="8397954"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8" name="Picture Placeholder 9">
            <a:extLst>
              <a:ext uri="{FF2B5EF4-FFF2-40B4-BE49-F238E27FC236}">
                <a16:creationId xmlns:a16="http://schemas.microsoft.com/office/drawing/2014/main" id="{71DB8788-0BA5-0FBC-62B8-D06EDB18AC55}"/>
              </a:ext>
            </a:extLst>
          </p:cNvPr>
          <p:cNvSpPr>
            <a:spLocks noGrp="1"/>
          </p:cNvSpPr>
          <p:nvPr>
            <p:ph type="pic" sz="quarter" idx="18" hasCustomPrompt="1"/>
          </p:nvPr>
        </p:nvSpPr>
        <p:spPr>
          <a:xfrm>
            <a:off x="3276488" y="2086200"/>
            <a:ext cx="5379933" cy="3469604"/>
          </a:xfrm>
          <a:prstGeom prst="rect">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1280160" numCol="1" spcCol="0" rtlCol="0" fromWordArt="0" anchor="ctr" anchorCtr="1" forceAA="0" compatLnSpc="1">
            <a:prstTxWarp prst="textNoShape">
              <a:avLst/>
            </a:prstTxWarp>
            <a:noAutofit/>
          </a:bodyPr>
          <a:lstStyle>
            <a:lvl1pPr>
              <a:defRPr lang="en-US" sz="2000" b="0" i="0">
                <a:solidFill>
                  <a:schemeClr val="tx1"/>
                </a:solidFill>
                <a:latin typeface="Spectrum Sans" panose="020B0502020503020304" pitchFamily="34" charset="0"/>
              </a:defRPr>
            </a:lvl1pPr>
          </a:lstStyle>
          <a:p>
            <a:pPr lvl="0" algn="ctr">
              <a:spcBef>
                <a:spcPts val="900"/>
              </a:spcBef>
            </a:pPr>
            <a:r>
              <a:rPr lang="en-US" dirty="0"/>
              <a:t>Drag and drop photo here</a:t>
            </a:r>
          </a:p>
        </p:txBody>
      </p:sp>
      <p:sp>
        <p:nvSpPr>
          <p:cNvPr id="9" name="Text Placeholder 7">
            <a:extLst>
              <a:ext uri="{FF2B5EF4-FFF2-40B4-BE49-F238E27FC236}">
                <a16:creationId xmlns:a16="http://schemas.microsoft.com/office/drawing/2014/main" id="{04AF9B81-F2ED-814A-7F5C-FBFB747F76C7}"/>
              </a:ext>
            </a:extLst>
          </p:cNvPr>
          <p:cNvSpPr>
            <a:spLocks noGrp="1"/>
          </p:cNvSpPr>
          <p:nvPr>
            <p:ph type="body" sz="quarter" idx="28"/>
          </p:nvPr>
        </p:nvSpPr>
        <p:spPr>
          <a:xfrm>
            <a:off x="3162291" y="1952404"/>
            <a:ext cx="5608328" cy="3737196"/>
          </a:xfrm>
          <a:custGeom>
            <a:avLst/>
            <a:gdLst>
              <a:gd name="connsiteX0" fmla="*/ 182785 w 8012112"/>
              <a:gd name="connsiteY0" fmla="*/ 207519 h 5338995"/>
              <a:gd name="connsiteX1" fmla="*/ 182785 w 8012112"/>
              <a:gd name="connsiteY1" fmla="*/ 5131477 h 5338995"/>
              <a:gd name="connsiteX2" fmla="*/ 7829326 w 8012112"/>
              <a:gd name="connsiteY2" fmla="*/ 5131477 h 5338995"/>
              <a:gd name="connsiteX3" fmla="*/ 7829326 w 8012112"/>
              <a:gd name="connsiteY3" fmla="*/ 207519 h 5338995"/>
              <a:gd name="connsiteX4" fmla="*/ 231873 w 8012112"/>
              <a:gd name="connsiteY4" fmla="*/ 0 h 5338995"/>
              <a:gd name="connsiteX5" fmla="*/ 7780239 w 8012112"/>
              <a:gd name="connsiteY5" fmla="*/ 0 h 5338995"/>
              <a:gd name="connsiteX6" fmla="*/ 8012112 w 8012112"/>
              <a:gd name="connsiteY6" fmla="*/ 231873 h 5338995"/>
              <a:gd name="connsiteX7" fmla="*/ 8012112 w 8012112"/>
              <a:gd name="connsiteY7" fmla="*/ 5107122 h 5338995"/>
              <a:gd name="connsiteX8" fmla="*/ 7780239 w 8012112"/>
              <a:gd name="connsiteY8" fmla="*/ 5338995 h 5338995"/>
              <a:gd name="connsiteX9" fmla="*/ 231873 w 8012112"/>
              <a:gd name="connsiteY9" fmla="*/ 5338995 h 5338995"/>
              <a:gd name="connsiteX10" fmla="*/ 0 w 8012112"/>
              <a:gd name="connsiteY10" fmla="*/ 5107122 h 5338995"/>
              <a:gd name="connsiteX11" fmla="*/ 0 w 8012112"/>
              <a:gd name="connsiteY11" fmla="*/ 231873 h 5338995"/>
              <a:gd name="connsiteX12" fmla="*/ 231873 w 8012112"/>
              <a:gd name="connsiteY12" fmla="*/ 0 h 533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12112" h="5338995">
                <a:moveTo>
                  <a:pt x="182785" y="207519"/>
                </a:moveTo>
                <a:lnTo>
                  <a:pt x="182785" y="5131477"/>
                </a:lnTo>
                <a:lnTo>
                  <a:pt x="7829326" y="5131477"/>
                </a:lnTo>
                <a:lnTo>
                  <a:pt x="7829326" y="207519"/>
                </a:lnTo>
                <a:close/>
                <a:moveTo>
                  <a:pt x="231873" y="0"/>
                </a:moveTo>
                <a:lnTo>
                  <a:pt x="7780239" y="0"/>
                </a:lnTo>
                <a:cubicBezTo>
                  <a:pt x="7908299" y="0"/>
                  <a:pt x="8012112" y="103813"/>
                  <a:pt x="8012112" y="231873"/>
                </a:cubicBezTo>
                <a:lnTo>
                  <a:pt x="8012112" y="5107122"/>
                </a:lnTo>
                <a:cubicBezTo>
                  <a:pt x="8012112" y="5235182"/>
                  <a:pt x="7908299" y="5338995"/>
                  <a:pt x="7780239" y="5338995"/>
                </a:cubicBezTo>
                <a:lnTo>
                  <a:pt x="231873" y="5338995"/>
                </a:lnTo>
                <a:cubicBezTo>
                  <a:pt x="103813" y="5338995"/>
                  <a:pt x="0" y="5235182"/>
                  <a:pt x="0" y="5107122"/>
                </a:cubicBezTo>
                <a:lnTo>
                  <a:pt x="0" y="231873"/>
                </a:lnTo>
                <a:cubicBezTo>
                  <a:pt x="0" y="103813"/>
                  <a:pt x="103813" y="0"/>
                  <a:pt x="231873" y="0"/>
                </a:cubicBezTo>
                <a:close/>
              </a:path>
            </a:pathLst>
          </a:custGeom>
          <a:solidFill>
            <a:schemeClr val="tx1"/>
          </a:solidFill>
        </p:spPr>
        <p:txBody>
          <a:bodyPr wrap="square">
            <a:noAutofit/>
          </a:bodyPr>
          <a:lstStyle>
            <a:lvl1pPr>
              <a:defRPr sz="100" b="0" i="0">
                <a:solidFill>
                  <a:schemeClr val="tx1">
                    <a:alpha val="0"/>
                  </a:schemeClr>
                </a:solidFill>
                <a:latin typeface="Spectrum Sans" panose="020B0502020503020304" pitchFamily="34" charset="0"/>
                <a:cs typeface="Spectrum Sans" panose="020B0502020503020304" pitchFamily="34" charset="0"/>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23" name="Date Placeholder 22">
            <a:extLst>
              <a:ext uri="{FF2B5EF4-FFF2-40B4-BE49-F238E27FC236}">
                <a16:creationId xmlns:a16="http://schemas.microsoft.com/office/drawing/2014/main" id="{00C3DD23-B9CF-5121-FE4C-20475B10BBF2}"/>
              </a:ext>
            </a:extLst>
          </p:cNvPr>
          <p:cNvSpPr>
            <a:spLocks noGrp="1"/>
          </p:cNvSpPr>
          <p:nvPr>
            <p:ph type="dt" sz="half" idx="29"/>
          </p:nvPr>
        </p:nvSpPr>
        <p:spPr/>
        <p:txBody>
          <a:bodyPr/>
          <a:lstStyle/>
          <a:p>
            <a:fld id="{290CC2CF-409A-6A4D-9D88-16FB04FA84CA}" type="datetime1">
              <a:rPr lang="en-US" smtClean="0"/>
              <a:t>5/26/2026</a:t>
            </a:fld>
            <a:endParaRPr lang="en-US"/>
          </a:p>
        </p:txBody>
      </p:sp>
      <p:sp>
        <p:nvSpPr>
          <p:cNvPr id="24" name="Footer Placeholder 23">
            <a:extLst>
              <a:ext uri="{FF2B5EF4-FFF2-40B4-BE49-F238E27FC236}">
                <a16:creationId xmlns:a16="http://schemas.microsoft.com/office/drawing/2014/main" id="{1FB4380B-4529-D024-0401-FA8931091DB4}"/>
              </a:ext>
            </a:extLst>
          </p:cNvPr>
          <p:cNvSpPr>
            <a:spLocks noGrp="1"/>
          </p:cNvSpPr>
          <p:nvPr>
            <p:ph type="ftr" sz="quarter" idx="30"/>
          </p:nvPr>
        </p:nvSpPr>
        <p:spPr/>
        <p:txBody>
          <a:bodyPr/>
          <a:lstStyle/>
          <a:p>
            <a:r>
              <a:rPr lang="en-US"/>
              <a:t>Confidential</a:t>
            </a:r>
          </a:p>
        </p:txBody>
      </p:sp>
      <p:sp>
        <p:nvSpPr>
          <p:cNvPr id="25" name="Slide Number Placeholder 24">
            <a:extLst>
              <a:ext uri="{FF2B5EF4-FFF2-40B4-BE49-F238E27FC236}">
                <a16:creationId xmlns:a16="http://schemas.microsoft.com/office/drawing/2014/main" id="{FB694B80-56BE-C5B8-A3BA-701CB02A3A4B}"/>
              </a:ext>
            </a:extLst>
          </p:cNvPr>
          <p:cNvSpPr>
            <a:spLocks noGrp="1"/>
          </p:cNvSpPr>
          <p:nvPr>
            <p:ph type="sldNum" sz="quarter" idx="31"/>
          </p:nvPr>
        </p:nvSpPr>
        <p:spPr/>
        <p:txBody>
          <a:bodyPr/>
          <a:lstStyle/>
          <a:p>
            <a:fld id="{A82C3BC0-3EBF-3C4C-A3D8-795624EBC6AA}" type="slidenum">
              <a:rPr lang="en-US" smtClean="0"/>
              <a:pPr/>
              <a:t>‹#›</a:t>
            </a:fld>
            <a:endParaRPr lang="en-US"/>
          </a:p>
        </p:txBody>
      </p:sp>
      <p:grpSp>
        <p:nvGrpSpPr>
          <p:cNvPr id="2" name="Group 1">
            <a:extLst>
              <a:ext uri="{FF2B5EF4-FFF2-40B4-BE49-F238E27FC236}">
                <a16:creationId xmlns:a16="http://schemas.microsoft.com/office/drawing/2014/main" id="{A859B015-997A-E09E-A6C1-B39E2AF6926F}"/>
              </a:ext>
            </a:extLst>
          </p:cNvPr>
          <p:cNvGrpSpPr/>
          <p:nvPr userDrawn="1"/>
        </p:nvGrpSpPr>
        <p:grpSpPr>
          <a:xfrm>
            <a:off x="7877516" y="6374712"/>
            <a:ext cx="892520" cy="186437"/>
            <a:chOff x="10615642" y="6334107"/>
            <a:chExt cx="1079469" cy="225489"/>
          </a:xfrm>
        </p:grpSpPr>
        <p:sp>
          <p:nvSpPr>
            <p:cNvPr id="3" name="Freeform 2">
              <a:extLst>
                <a:ext uri="{FF2B5EF4-FFF2-40B4-BE49-F238E27FC236}">
                  <a16:creationId xmlns:a16="http://schemas.microsoft.com/office/drawing/2014/main" id="{4DDDA77D-AD73-4106-F885-3101E2D030F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B3AB9B35-BAB1-9464-94D7-F0ECD47FB416}"/>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0E0DEA3C-15ED-F747-B846-1FAC5020209A}"/>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1CC50B9-4B95-8659-C0E5-26825CCF5599}"/>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8B53213-7F23-64ED-DFAC-28E43BF00D28}"/>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101EA6B9-4F9B-FDCB-1C82-83C218761DAE}"/>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5056F5E-45CA-337D-3A43-9AFEF6A9A4F8}"/>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E3686F46-F72F-1B27-0C82-1CA4799300B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C6E49C3F-160A-7C04-6B86-E54FEF2035E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908610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Situ C">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8401050" cy="328304"/>
          </a:xfrm>
        </p:spPr>
        <p:txBody>
          <a:bodyPr/>
          <a:lstStyle/>
          <a:p>
            <a:r>
              <a:rPr lang="en-US" dirty="0"/>
              <a:t>In-Situ White C</a:t>
            </a:r>
          </a:p>
        </p:txBody>
      </p:sp>
      <p:sp>
        <p:nvSpPr>
          <p:cNvPr id="14" name="TextBox 13">
            <a:extLst>
              <a:ext uri="{FF2B5EF4-FFF2-40B4-BE49-F238E27FC236}">
                <a16:creationId xmlns:a16="http://schemas.microsoft.com/office/drawing/2014/main" id="{7A1576BD-F464-F8BD-C0DE-7B290B62D980}"/>
              </a:ext>
            </a:extLst>
          </p:cNvPr>
          <p:cNvSpPr txBox="1"/>
          <p:nvPr userDrawn="1"/>
        </p:nvSpPr>
        <p:spPr>
          <a:xfrm flipH="1" flipV="1">
            <a:off x="5441879" y="6221116"/>
            <a:ext cx="34289" cy="45719"/>
          </a:xfrm>
          <a:prstGeom prst="rect">
            <a:avLst/>
          </a:prstGeom>
          <a:noFill/>
        </p:spPr>
        <p:txBody>
          <a:bodyPr wrap="none" lIns="0" tIns="0" rIns="0" bIns="0" rtlCol="0">
            <a:noAutofit/>
          </a:bodyPr>
          <a:lstStyle/>
          <a:p>
            <a:pPr>
              <a:spcBef>
                <a:spcPts val="675"/>
              </a:spcBef>
            </a:pPr>
            <a:endParaRPr lang="en-US" sz="1500" b="0" i="0" dirty="0">
              <a:solidFill>
                <a:schemeClr val="tx1">
                  <a:lumMod val="75000"/>
                  <a:lumOff val="25000"/>
                </a:schemeClr>
              </a:solidFill>
              <a:latin typeface="Spectrum Sans" panose="020B0502020503020304" pitchFamily="34" charset="0"/>
            </a:endParaRPr>
          </a:p>
        </p:txBody>
      </p:sp>
      <p:sp>
        <p:nvSpPr>
          <p:cNvPr id="4" name="Date Placeholder 3">
            <a:extLst>
              <a:ext uri="{FF2B5EF4-FFF2-40B4-BE49-F238E27FC236}">
                <a16:creationId xmlns:a16="http://schemas.microsoft.com/office/drawing/2014/main" id="{6C75EBC0-E1D0-4339-06F2-C1C895F030B9}"/>
              </a:ext>
            </a:extLst>
          </p:cNvPr>
          <p:cNvSpPr>
            <a:spLocks noGrp="1"/>
          </p:cNvSpPr>
          <p:nvPr>
            <p:ph type="dt" sz="half" idx="28"/>
          </p:nvPr>
        </p:nvSpPr>
        <p:spPr/>
        <p:txBody>
          <a:bodyPr/>
          <a:lstStyle/>
          <a:p>
            <a:fld id="{5C7F225E-FAA0-C640-8247-EB7EA06349B1}" type="datetime1">
              <a:rPr lang="en-US" smtClean="0"/>
              <a:t>5/26/2026</a:t>
            </a:fld>
            <a:endParaRPr lang="en-US"/>
          </a:p>
        </p:txBody>
      </p:sp>
      <p:sp>
        <p:nvSpPr>
          <p:cNvPr id="8" name="Footer Placeholder 7">
            <a:extLst>
              <a:ext uri="{FF2B5EF4-FFF2-40B4-BE49-F238E27FC236}">
                <a16:creationId xmlns:a16="http://schemas.microsoft.com/office/drawing/2014/main" id="{BE9C01C0-BA00-63B3-2E5D-5B0A8DC1686A}"/>
              </a:ext>
            </a:extLst>
          </p:cNvPr>
          <p:cNvSpPr>
            <a:spLocks noGrp="1"/>
          </p:cNvSpPr>
          <p:nvPr>
            <p:ph type="ftr" sz="quarter" idx="29"/>
          </p:nvPr>
        </p:nvSpPr>
        <p:spPr/>
        <p:txBody>
          <a:bodyPr/>
          <a:lstStyle/>
          <a:p>
            <a:r>
              <a:rPr lang="en-US"/>
              <a:t>Confidential</a:t>
            </a:r>
          </a:p>
        </p:txBody>
      </p:sp>
      <p:sp>
        <p:nvSpPr>
          <p:cNvPr id="12" name="Slide Number Placeholder 11">
            <a:extLst>
              <a:ext uri="{FF2B5EF4-FFF2-40B4-BE49-F238E27FC236}">
                <a16:creationId xmlns:a16="http://schemas.microsoft.com/office/drawing/2014/main" id="{76F3D093-9A5C-63D5-C437-26A3CA634EE1}"/>
              </a:ext>
            </a:extLst>
          </p:cNvPr>
          <p:cNvSpPr>
            <a:spLocks noGrp="1"/>
          </p:cNvSpPr>
          <p:nvPr>
            <p:ph type="sldNum" sz="quarter" idx="30"/>
          </p:nvPr>
        </p:nvSpPr>
        <p:spPr/>
        <p:txBody>
          <a:bodyPr/>
          <a:lstStyle/>
          <a:p>
            <a:fld id="{A82C3BC0-3EBF-3C4C-A3D8-795624EBC6AA}" type="slidenum">
              <a:rPr lang="en-US" smtClean="0"/>
              <a:pPr/>
              <a:t>‹#›</a:t>
            </a:fld>
            <a:endParaRPr lang="en-US"/>
          </a:p>
        </p:txBody>
      </p:sp>
      <p:sp>
        <p:nvSpPr>
          <p:cNvPr id="16" name="Text Placeholder 15">
            <a:extLst>
              <a:ext uri="{FF2B5EF4-FFF2-40B4-BE49-F238E27FC236}">
                <a16:creationId xmlns:a16="http://schemas.microsoft.com/office/drawing/2014/main" id="{8DF746EB-4715-7EA8-07E4-036A2018853A}"/>
              </a:ext>
            </a:extLst>
          </p:cNvPr>
          <p:cNvSpPr>
            <a:spLocks noGrp="1"/>
          </p:cNvSpPr>
          <p:nvPr>
            <p:ph type="body" sz="quarter" idx="31"/>
          </p:nvPr>
        </p:nvSpPr>
        <p:spPr>
          <a:xfrm>
            <a:off x="372667" y="1642392"/>
            <a:ext cx="3580209" cy="4183734"/>
          </a:xfrm>
        </p:spPr>
        <p:txBody>
          <a:bodyPr/>
          <a:lstStyle>
            <a:lvl1pPr>
              <a:defRPr sz="1200"/>
            </a:lvl1pPr>
            <a:lvl2pPr>
              <a:defRPr sz="1000"/>
            </a:lvl2pPr>
            <a:lvl3pPr>
              <a:defRPr sz="1000"/>
            </a:lvl3pPr>
          </a:lstStyle>
          <a:p>
            <a:pPr lvl="0"/>
            <a:r>
              <a:rPr lang="en-US"/>
              <a:t>Click to edit Master text styles</a:t>
            </a:r>
          </a:p>
          <a:p>
            <a:pPr lvl="1"/>
            <a:r>
              <a:rPr lang="en-US"/>
              <a:t>Second level</a:t>
            </a:r>
          </a:p>
          <a:p>
            <a:pPr lvl="2"/>
            <a:r>
              <a:rPr lang="en-US"/>
              <a:t>Third level</a:t>
            </a:r>
          </a:p>
        </p:txBody>
      </p:sp>
      <p:sp>
        <p:nvSpPr>
          <p:cNvPr id="2" name="Rectangle 1">
            <a:extLst>
              <a:ext uri="{FF2B5EF4-FFF2-40B4-BE49-F238E27FC236}">
                <a16:creationId xmlns:a16="http://schemas.microsoft.com/office/drawing/2014/main" id="{DA584046-DDC2-1B88-204C-DA3F246466C4}"/>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7" name="Text Placeholder 7">
            <a:extLst>
              <a:ext uri="{FF2B5EF4-FFF2-40B4-BE49-F238E27FC236}">
                <a16:creationId xmlns:a16="http://schemas.microsoft.com/office/drawing/2014/main" id="{BEB4E95B-9735-FB27-EB18-62FA5ABF32E1}"/>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36" name="Text Placeholder 10">
            <a:extLst>
              <a:ext uri="{FF2B5EF4-FFF2-40B4-BE49-F238E27FC236}">
                <a16:creationId xmlns:a16="http://schemas.microsoft.com/office/drawing/2014/main" id="{DF07459F-EEDA-17DE-719E-0CF3561F8004}"/>
              </a:ext>
            </a:extLst>
          </p:cNvPr>
          <p:cNvSpPr>
            <a:spLocks noGrp="1"/>
          </p:cNvSpPr>
          <p:nvPr>
            <p:ph type="body" sz="quarter" idx="23"/>
          </p:nvPr>
        </p:nvSpPr>
        <p:spPr>
          <a:xfrm>
            <a:off x="4543270" y="5687099"/>
            <a:ext cx="1787192" cy="380054"/>
          </a:xfrm>
          <a:custGeom>
            <a:avLst/>
            <a:gdLst>
              <a:gd name="connsiteX0" fmla="*/ 1852808 w 1968609"/>
              <a:gd name="connsiteY0" fmla="*/ 750 h 418633"/>
              <a:gd name="connsiteX1" fmla="*/ 1967860 w 1968609"/>
              <a:gd name="connsiteY1" fmla="*/ 91116 h 418633"/>
              <a:gd name="connsiteX2" fmla="*/ 1877494 w 1968609"/>
              <a:gd name="connsiteY2" fmla="*/ 206168 h 418633"/>
              <a:gd name="connsiteX3" fmla="*/ 115803 w 1968609"/>
              <a:gd name="connsiteY3" fmla="*/ 417884 h 418633"/>
              <a:gd name="connsiteX4" fmla="*/ 750 w 1968609"/>
              <a:gd name="connsiteY4" fmla="*/ 327519 h 418633"/>
              <a:gd name="connsiteX5" fmla="*/ 91116 w 1968609"/>
              <a:gd name="connsiteY5" fmla="*/ 212466 h 418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8609" h="418633">
                <a:moveTo>
                  <a:pt x="1852808" y="750"/>
                </a:moveTo>
                <a:cubicBezTo>
                  <a:pt x="1909533" y="-6067"/>
                  <a:pt x="1961043" y="34391"/>
                  <a:pt x="1967860" y="91116"/>
                </a:cubicBezTo>
                <a:cubicBezTo>
                  <a:pt x="1974677" y="147841"/>
                  <a:pt x="1934219" y="199351"/>
                  <a:pt x="1877494" y="206168"/>
                </a:cubicBezTo>
                <a:lnTo>
                  <a:pt x="115803" y="417884"/>
                </a:lnTo>
                <a:cubicBezTo>
                  <a:pt x="59078" y="424701"/>
                  <a:pt x="7567" y="384244"/>
                  <a:pt x="750" y="327519"/>
                </a:cubicBezTo>
                <a:cubicBezTo>
                  <a:pt x="-6067" y="270794"/>
                  <a:pt x="34391" y="219283"/>
                  <a:pt x="91116" y="212466"/>
                </a:cubicBezTo>
                <a:close/>
              </a:path>
            </a:pathLst>
          </a:custGeom>
          <a:solidFill>
            <a:schemeClr val="bg1"/>
          </a:solidFill>
          <a:ln>
            <a:noFill/>
          </a:ln>
          <a:effectLst>
            <a:outerShdw blurRad="159029" dist="91844" dir="5400000" algn="t" rotWithShape="0">
              <a:prstClr val="black">
                <a:alpha val="64752"/>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defRPr lang="en-US" sz="100" b="0" i="0" dirty="0">
                <a:solidFill>
                  <a:schemeClr val="lt1">
                    <a:alpha val="0"/>
                  </a:schemeClr>
                </a:solidFill>
                <a:latin typeface="Spectrum Sans" panose="020B0502020503020304" pitchFamily="34" charset="0"/>
              </a:defRPr>
            </a:lvl1pPr>
          </a:lstStyle>
          <a:p>
            <a:pPr lvl="0" algn="ctr">
              <a:spcBef>
                <a:spcPts val="900"/>
              </a:spcBef>
            </a:pPr>
            <a:r>
              <a:rPr lang="en-US"/>
              <a:t>Click to edit Master text styles</a:t>
            </a:r>
          </a:p>
        </p:txBody>
      </p:sp>
      <p:sp>
        <p:nvSpPr>
          <p:cNvPr id="37" name="Picture Placeholder 17">
            <a:extLst>
              <a:ext uri="{FF2B5EF4-FFF2-40B4-BE49-F238E27FC236}">
                <a16:creationId xmlns:a16="http://schemas.microsoft.com/office/drawing/2014/main" id="{4E3121EC-97FC-B67A-55AD-F572A2159FEB}"/>
              </a:ext>
            </a:extLst>
          </p:cNvPr>
          <p:cNvSpPr>
            <a:spLocks noGrp="1"/>
          </p:cNvSpPr>
          <p:nvPr>
            <p:ph type="pic" sz="quarter" idx="17" hasCustomPrompt="1"/>
          </p:nvPr>
        </p:nvSpPr>
        <p:spPr>
          <a:xfrm>
            <a:off x="4582801" y="1460773"/>
            <a:ext cx="2033826" cy="4504385"/>
          </a:xfrm>
          <a:prstGeom prst="roundRect">
            <a:avLst>
              <a:gd name="adj" fmla="val 5001"/>
            </a:avLst>
          </a:prstGeom>
          <a:solidFill>
            <a:schemeClr val="bg1">
              <a:lumMod val="95000"/>
            </a:schemeClr>
          </a:solidFill>
          <a:ln>
            <a:noFill/>
          </a:ln>
          <a:scene3d>
            <a:camera prst="perspectiveContrastingRightFacing" fov="3000000">
              <a:rot lat="0" lon="19680000" rev="0"/>
            </a:camera>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914400" numCol="1" spcCol="0" rtlCol="0" fromWordArt="0" anchor="ctr" anchorCtr="1" forceAA="0" compatLnSpc="1">
            <a:prstTxWarp prst="textNoShape">
              <a:avLst/>
            </a:prstTxWarp>
            <a:noAutofit/>
          </a:bodyPr>
          <a:lstStyle>
            <a:lvl1pPr>
              <a:defRPr lang="en-US" sz="1400" b="0" i="0">
                <a:solidFill>
                  <a:schemeClr val="tx1"/>
                </a:solidFill>
                <a:latin typeface="Spectrum Sans" panose="020B0502020503020304" pitchFamily="34" charset="0"/>
              </a:defRPr>
            </a:lvl1pPr>
          </a:lstStyle>
          <a:p>
            <a:pPr lvl="0" algn="ctr">
              <a:spcBef>
                <a:spcPts val="900"/>
              </a:spcBef>
            </a:pPr>
            <a:r>
              <a:rPr lang="en-US" dirty="0"/>
              <a:t>Drag and drop photo</a:t>
            </a:r>
          </a:p>
        </p:txBody>
      </p:sp>
      <p:sp>
        <p:nvSpPr>
          <p:cNvPr id="38" name="Text Placeholder 19">
            <a:extLst>
              <a:ext uri="{FF2B5EF4-FFF2-40B4-BE49-F238E27FC236}">
                <a16:creationId xmlns:a16="http://schemas.microsoft.com/office/drawing/2014/main" id="{681FE92F-0C94-15A7-43F1-A16B02FE65CF}"/>
              </a:ext>
            </a:extLst>
          </p:cNvPr>
          <p:cNvSpPr>
            <a:spLocks noGrp="1"/>
          </p:cNvSpPr>
          <p:nvPr>
            <p:ph type="body" sz="quarter" idx="26"/>
          </p:nvPr>
        </p:nvSpPr>
        <p:spPr>
          <a:xfrm>
            <a:off x="4396372" y="1284738"/>
            <a:ext cx="2073093" cy="4820014"/>
          </a:xfrm>
          <a:custGeom>
            <a:avLst/>
            <a:gdLst>
              <a:gd name="connsiteX0" fmla="*/ 436360 w 2283533"/>
              <a:gd name="connsiteY0" fmla="*/ 119690 h 5309294"/>
              <a:gd name="connsiteX1" fmla="*/ 315617 w 2283533"/>
              <a:gd name="connsiteY1" fmla="*/ 237329 h 5309294"/>
              <a:gd name="connsiteX2" fmla="*/ 315617 w 2283533"/>
              <a:gd name="connsiteY2" fmla="*/ 5074480 h 5309294"/>
              <a:gd name="connsiteX3" fmla="*/ 386644 w 2283533"/>
              <a:gd name="connsiteY3" fmla="*/ 5186411 h 5309294"/>
              <a:gd name="connsiteX4" fmla="*/ 392325 w 2283533"/>
              <a:gd name="connsiteY4" fmla="*/ 5187685 h 5309294"/>
              <a:gd name="connsiteX5" fmla="*/ 433617 w 2283533"/>
              <a:gd name="connsiteY5" fmla="*/ 5191814 h 5309294"/>
              <a:gd name="connsiteX6" fmla="*/ 438743 w 2283533"/>
              <a:gd name="connsiteY6" fmla="*/ 5191759 h 5309294"/>
              <a:gd name="connsiteX7" fmla="*/ 2113489 w 2283533"/>
              <a:gd name="connsiteY7" fmla="*/ 4987158 h 5309294"/>
              <a:gd name="connsiteX8" fmla="*/ 2214363 w 2283533"/>
              <a:gd name="connsiteY8" fmla="*/ 4854499 h 5309294"/>
              <a:gd name="connsiteX9" fmla="*/ 2214363 w 2283533"/>
              <a:gd name="connsiteY9" fmla="*/ 457255 h 5309294"/>
              <a:gd name="connsiteX10" fmla="*/ 2113462 w 2283533"/>
              <a:gd name="connsiteY10" fmla="*/ 324596 h 5309294"/>
              <a:gd name="connsiteX11" fmla="*/ 243288 w 2283533"/>
              <a:gd name="connsiteY11" fmla="*/ 0 h 5309294"/>
              <a:gd name="connsiteX12" fmla="*/ 2101573 w 2283533"/>
              <a:gd name="connsiteY12" fmla="*/ 232230 h 5309294"/>
              <a:gd name="connsiteX13" fmla="*/ 2283533 w 2283533"/>
              <a:gd name="connsiteY13" fmla="*/ 472303 h 5309294"/>
              <a:gd name="connsiteX14" fmla="*/ 2283533 w 2283533"/>
              <a:gd name="connsiteY14" fmla="*/ 4839451 h 5309294"/>
              <a:gd name="connsiteX15" fmla="*/ 2101573 w 2283533"/>
              <a:gd name="connsiteY15" fmla="*/ 5079524 h 5309294"/>
              <a:gd name="connsiteX16" fmla="*/ 449773 w 2283533"/>
              <a:gd name="connsiteY16" fmla="*/ 5289196 h 5309294"/>
              <a:gd name="connsiteX17" fmla="*/ 242013 w 2283533"/>
              <a:gd name="connsiteY17" fmla="*/ 5309177 h 5309294"/>
              <a:gd name="connsiteX18" fmla="*/ 239380 w 2283533"/>
              <a:gd name="connsiteY18" fmla="*/ 5309287 h 5309294"/>
              <a:gd name="connsiteX19" fmla="*/ 0 w 2283533"/>
              <a:gd name="connsiteY19" fmla="*/ 5075893 h 5309294"/>
              <a:gd name="connsiteX20" fmla="*/ 0 w 2283533"/>
              <a:gd name="connsiteY20" fmla="*/ 237080 h 5309294"/>
              <a:gd name="connsiteX21" fmla="*/ 243288 w 2283533"/>
              <a:gd name="connsiteY21" fmla="*/ 0 h 530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3533" h="5309294">
                <a:moveTo>
                  <a:pt x="436360" y="119690"/>
                </a:moveTo>
                <a:cubicBezTo>
                  <a:pt x="369850" y="111570"/>
                  <a:pt x="315617" y="164224"/>
                  <a:pt x="315617" y="237329"/>
                </a:cubicBezTo>
                <a:lnTo>
                  <a:pt x="315617" y="5074480"/>
                </a:lnTo>
                <a:cubicBezTo>
                  <a:pt x="315617" y="5128131"/>
                  <a:pt x="344826" y="5170753"/>
                  <a:pt x="386644" y="5186411"/>
                </a:cubicBezTo>
                <a:cubicBezTo>
                  <a:pt x="388473" y="5187103"/>
                  <a:pt x="390385" y="5187491"/>
                  <a:pt x="392325" y="5187685"/>
                </a:cubicBezTo>
                <a:lnTo>
                  <a:pt x="433617" y="5191814"/>
                </a:lnTo>
                <a:cubicBezTo>
                  <a:pt x="435335" y="5191981"/>
                  <a:pt x="437053" y="5191953"/>
                  <a:pt x="438743" y="5191759"/>
                </a:cubicBezTo>
                <a:lnTo>
                  <a:pt x="2113489" y="4987158"/>
                </a:lnTo>
                <a:cubicBezTo>
                  <a:pt x="2169330" y="4980313"/>
                  <a:pt x="2214363" y="4920953"/>
                  <a:pt x="2214363" y="4854499"/>
                </a:cubicBezTo>
                <a:lnTo>
                  <a:pt x="2214363" y="457255"/>
                </a:lnTo>
                <a:cubicBezTo>
                  <a:pt x="2214363" y="390773"/>
                  <a:pt x="2169330" y="331413"/>
                  <a:pt x="2113462" y="324596"/>
                </a:cubicBezTo>
                <a:close/>
                <a:moveTo>
                  <a:pt x="243288" y="0"/>
                </a:moveTo>
                <a:lnTo>
                  <a:pt x="2101573" y="232230"/>
                </a:lnTo>
                <a:cubicBezTo>
                  <a:pt x="2202502" y="245061"/>
                  <a:pt x="2283533" y="352502"/>
                  <a:pt x="2283533" y="472303"/>
                </a:cubicBezTo>
                <a:lnTo>
                  <a:pt x="2283533" y="4839451"/>
                </a:lnTo>
                <a:cubicBezTo>
                  <a:pt x="2283533" y="4959280"/>
                  <a:pt x="2202502" y="5066720"/>
                  <a:pt x="2101573" y="5079524"/>
                </a:cubicBezTo>
                <a:lnTo>
                  <a:pt x="449773" y="5289196"/>
                </a:lnTo>
                <a:lnTo>
                  <a:pt x="242013" y="5309177"/>
                </a:lnTo>
                <a:cubicBezTo>
                  <a:pt x="241126" y="5309260"/>
                  <a:pt x="240267" y="5309315"/>
                  <a:pt x="239380" y="5309287"/>
                </a:cubicBezTo>
                <a:cubicBezTo>
                  <a:pt x="121796" y="5308429"/>
                  <a:pt x="0" y="5193699"/>
                  <a:pt x="0" y="5075893"/>
                </a:cubicBezTo>
                <a:lnTo>
                  <a:pt x="0" y="237080"/>
                </a:lnTo>
                <a:cubicBezTo>
                  <a:pt x="28" y="119496"/>
                  <a:pt x="125981" y="970"/>
                  <a:pt x="243288" y="0"/>
                </a:cubicBezTo>
                <a:close/>
              </a:path>
            </a:pathLst>
          </a:custGeom>
          <a:solidFill>
            <a:schemeClr val="tx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sp>
        <p:nvSpPr>
          <p:cNvPr id="39" name="Text Placeholder 12">
            <a:extLst>
              <a:ext uri="{FF2B5EF4-FFF2-40B4-BE49-F238E27FC236}">
                <a16:creationId xmlns:a16="http://schemas.microsoft.com/office/drawing/2014/main" id="{5273CE8B-B54B-BC77-DBE2-5C3579D832FF}"/>
              </a:ext>
            </a:extLst>
          </p:cNvPr>
          <p:cNvSpPr>
            <a:spLocks noGrp="1"/>
          </p:cNvSpPr>
          <p:nvPr>
            <p:ph type="body" sz="quarter" idx="24"/>
          </p:nvPr>
        </p:nvSpPr>
        <p:spPr>
          <a:xfrm>
            <a:off x="6838364" y="5664435"/>
            <a:ext cx="1798676" cy="187829"/>
          </a:xfrm>
          <a:custGeom>
            <a:avLst/>
            <a:gdLst>
              <a:gd name="connsiteX0" fmla="*/ 103448 w 1981264"/>
              <a:gd name="connsiteY0" fmla="*/ 0 h 206896"/>
              <a:gd name="connsiteX1" fmla="*/ 1877816 w 1981264"/>
              <a:gd name="connsiteY1" fmla="*/ 0 h 206896"/>
              <a:gd name="connsiteX2" fmla="*/ 1981264 w 1981264"/>
              <a:gd name="connsiteY2" fmla="*/ 103448 h 206896"/>
              <a:gd name="connsiteX3" fmla="*/ 1877816 w 1981264"/>
              <a:gd name="connsiteY3" fmla="*/ 206896 h 206896"/>
              <a:gd name="connsiteX4" fmla="*/ 103448 w 1981264"/>
              <a:gd name="connsiteY4" fmla="*/ 206896 h 206896"/>
              <a:gd name="connsiteX5" fmla="*/ 0 w 1981264"/>
              <a:gd name="connsiteY5" fmla="*/ 103448 h 206896"/>
              <a:gd name="connsiteX6" fmla="*/ 103448 w 1981264"/>
              <a:gd name="connsiteY6" fmla="*/ 0 h 20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1264" h="206896">
                <a:moveTo>
                  <a:pt x="103448" y="0"/>
                </a:moveTo>
                <a:lnTo>
                  <a:pt x="1877816" y="0"/>
                </a:lnTo>
                <a:cubicBezTo>
                  <a:pt x="1934949" y="0"/>
                  <a:pt x="1981264" y="46315"/>
                  <a:pt x="1981264" y="103448"/>
                </a:cubicBezTo>
                <a:cubicBezTo>
                  <a:pt x="1981264" y="160581"/>
                  <a:pt x="1934949" y="206896"/>
                  <a:pt x="1877816" y="206896"/>
                </a:cubicBezTo>
                <a:lnTo>
                  <a:pt x="103448" y="206896"/>
                </a:lnTo>
                <a:cubicBezTo>
                  <a:pt x="46315" y="206896"/>
                  <a:pt x="0" y="160581"/>
                  <a:pt x="0" y="103448"/>
                </a:cubicBezTo>
                <a:cubicBezTo>
                  <a:pt x="0" y="46315"/>
                  <a:pt x="46315" y="0"/>
                  <a:pt x="103448" y="0"/>
                </a:cubicBezTo>
                <a:close/>
              </a:path>
            </a:pathLst>
          </a:custGeom>
          <a:solidFill>
            <a:schemeClr val="bg1"/>
          </a:solidFill>
          <a:ln>
            <a:noFill/>
          </a:ln>
          <a:effectLst>
            <a:outerShdw blurRad="159029" dist="91844" dir="5400000" algn="t" rotWithShape="0">
              <a:prstClr val="black">
                <a:alpha val="64752"/>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defRPr lang="en-US" sz="100" b="0" i="0" dirty="0">
                <a:solidFill>
                  <a:schemeClr val="lt1">
                    <a:alpha val="0"/>
                  </a:schemeClr>
                </a:solidFill>
                <a:latin typeface="Spectrum Sans" panose="020B0502020503020304" pitchFamily="34" charset="0"/>
              </a:defRPr>
            </a:lvl1pPr>
          </a:lstStyle>
          <a:p>
            <a:pPr lvl="0" algn="ctr">
              <a:spcBef>
                <a:spcPts val="900"/>
              </a:spcBef>
            </a:pPr>
            <a:r>
              <a:rPr lang="en-US"/>
              <a:t>Click to edit Master text styles</a:t>
            </a:r>
          </a:p>
        </p:txBody>
      </p:sp>
      <p:sp>
        <p:nvSpPr>
          <p:cNvPr id="40" name="Picture Placeholder 17">
            <a:extLst>
              <a:ext uri="{FF2B5EF4-FFF2-40B4-BE49-F238E27FC236}">
                <a16:creationId xmlns:a16="http://schemas.microsoft.com/office/drawing/2014/main" id="{38B71BB4-AEB7-0642-5E98-BF164715AF95}"/>
              </a:ext>
            </a:extLst>
          </p:cNvPr>
          <p:cNvSpPr>
            <a:spLocks noGrp="1"/>
          </p:cNvSpPr>
          <p:nvPr>
            <p:ph type="pic" sz="quarter" idx="22" hasCustomPrompt="1"/>
          </p:nvPr>
        </p:nvSpPr>
        <p:spPr>
          <a:xfrm>
            <a:off x="6770515" y="1514415"/>
            <a:ext cx="1907629" cy="4266524"/>
          </a:xfrm>
          <a:prstGeom prst="roundRect">
            <a:avLst>
              <a:gd name="adj" fmla="val 6840"/>
            </a:avLst>
          </a:prstGeom>
          <a:solidFill>
            <a:schemeClr val="bg1">
              <a:lumMod val="95000"/>
            </a:schemeClr>
          </a:solidFill>
          <a:ln>
            <a:noFill/>
          </a:ln>
          <a:scene3d>
            <a:camera prst="orthographicFront"/>
            <a:lightRig rig="sof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914400" numCol="1" spcCol="0" rtlCol="0" fromWordArt="0" anchor="ctr" anchorCtr="1" forceAA="0" compatLnSpc="1">
            <a:prstTxWarp prst="textNoShape">
              <a:avLst/>
            </a:prstTxWarp>
            <a:noAutofit/>
          </a:bodyPr>
          <a:lstStyle>
            <a:lvl1pPr>
              <a:defRPr lang="en-US" sz="1400" b="0" i="0">
                <a:solidFill>
                  <a:schemeClr val="tx1"/>
                </a:solidFill>
                <a:latin typeface="Spectrum Sans" panose="020B0502020503020304" pitchFamily="34" charset="0"/>
              </a:defRPr>
            </a:lvl1pPr>
          </a:lstStyle>
          <a:p>
            <a:pPr lvl="0" algn="ctr">
              <a:spcBef>
                <a:spcPts val="900"/>
              </a:spcBef>
            </a:pPr>
            <a:r>
              <a:rPr lang="en-US" dirty="0"/>
              <a:t>Drag and drop photo</a:t>
            </a:r>
          </a:p>
        </p:txBody>
      </p:sp>
      <p:sp>
        <p:nvSpPr>
          <p:cNvPr id="41" name="Text Placeholder 27">
            <a:extLst>
              <a:ext uri="{FF2B5EF4-FFF2-40B4-BE49-F238E27FC236}">
                <a16:creationId xmlns:a16="http://schemas.microsoft.com/office/drawing/2014/main" id="{B439F94E-4B97-BB33-83E2-4E6CEA443E7B}"/>
              </a:ext>
            </a:extLst>
          </p:cNvPr>
          <p:cNvSpPr>
            <a:spLocks noGrp="1"/>
          </p:cNvSpPr>
          <p:nvPr>
            <p:ph type="body" sz="quarter" idx="27"/>
          </p:nvPr>
        </p:nvSpPr>
        <p:spPr>
          <a:xfrm>
            <a:off x="6717017" y="1442977"/>
            <a:ext cx="2053019" cy="4420804"/>
          </a:xfrm>
          <a:custGeom>
            <a:avLst/>
            <a:gdLst>
              <a:gd name="connsiteX0" fmla="*/ 206446 w 2261421"/>
              <a:gd name="connsiteY0" fmla="*/ 91287 h 4869560"/>
              <a:gd name="connsiteX1" fmla="*/ 159204 w 2261421"/>
              <a:gd name="connsiteY1" fmla="*/ 100832 h 4869560"/>
              <a:gd name="connsiteX2" fmla="*/ 84887 w 2261421"/>
              <a:gd name="connsiteY2" fmla="*/ 212901 h 4869560"/>
              <a:gd name="connsiteX3" fmla="*/ 84887 w 2261421"/>
              <a:gd name="connsiteY3" fmla="*/ 4656687 h 4869560"/>
              <a:gd name="connsiteX4" fmla="*/ 206529 w 2261421"/>
              <a:gd name="connsiteY4" fmla="*/ 4778301 h 4869560"/>
              <a:gd name="connsiteX5" fmla="*/ 2055835 w 2261421"/>
              <a:gd name="connsiteY5" fmla="*/ 4778301 h 4869560"/>
              <a:gd name="connsiteX6" fmla="*/ 2103049 w 2261421"/>
              <a:gd name="connsiteY6" fmla="*/ 4768756 h 4869560"/>
              <a:gd name="connsiteX7" fmla="*/ 2177339 w 2261421"/>
              <a:gd name="connsiteY7" fmla="*/ 4656715 h 4869560"/>
              <a:gd name="connsiteX8" fmla="*/ 2177339 w 2261421"/>
              <a:gd name="connsiteY8" fmla="*/ 212929 h 4869560"/>
              <a:gd name="connsiteX9" fmla="*/ 2055696 w 2261421"/>
              <a:gd name="connsiteY9" fmla="*/ 91287 h 4869560"/>
              <a:gd name="connsiteX10" fmla="*/ 220095 w 2261421"/>
              <a:gd name="connsiteY10" fmla="*/ 0 h 4869560"/>
              <a:gd name="connsiteX11" fmla="*/ 2041326 w 2261421"/>
              <a:gd name="connsiteY11" fmla="*/ 0 h 4869560"/>
              <a:gd name="connsiteX12" fmla="*/ 2261421 w 2261421"/>
              <a:gd name="connsiteY12" fmla="*/ 220060 h 4869560"/>
              <a:gd name="connsiteX13" fmla="*/ 2261421 w 2261421"/>
              <a:gd name="connsiteY13" fmla="*/ 4649500 h 4869560"/>
              <a:gd name="connsiteX14" fmla="*/ 2041326 w 2261421"/>
              <a:gd name="connsiteY14" fmla="*/ 4869560 h 4869560"/>
              <a:gd name="connsiteX15" fmla="*/ 220095 w 2261421"/>
              <a:gd name="connsiteY15" fmla="*/ 4869560 h 4869560"/>
              <a:gd name="connsiteX16" fmla="*/ 0 w 2261421"/>
              <a:gd name="connsiteY16" fmla="*/ 4649500 h 4869560"/>
              <a:gd name="connsiteX17" fmla="*/ 0 w 2261421"/>
              <a:gd name="connsiteY17" fmla="*/ 220060 h 4869560"/>
              <a:gd name="connsiteX18" fmla="*/ 220095 w 2261421"/>
              <a:gd name="connsiteY18" fmla="*/ 0 h 486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421" h="4869560">
                <a:moveTo>
                  <a:pt x="206446" y="91287"/>
                </a:moveTo>
                <a:lnTo>
                  <a:pt x="159204" y="100832"/>
                </a:lnTo>
                <a:cubicBezTo>
                  <a:pt x="115540" y="119283"/>
                  <a:pt x="84887" y="162513"/>
                  <a:pt x="84887" y="212901"/>
                </a:cubicBezTo>
                <a:lnTo>
                  <a:pt x="84887" y="4656687"/>
                </a:lnTo>
                <a:cubicBezTo>
                  <a:pt x="84887" y="4723834"/>
                  <a:pt x="139369" y="4778301"/>
                  <a:pt x="206529" y="4778301"/>
                </a:cubicBezTo>
                <a:lnTo>
                  <a:pt x="2055835" y="4778301"/>
                </a:lnTo>
                <a:lnTo>
                  <a:pt x="2103049" y="4768756"/>
                </a:lnTo>
                <a:cubicBezTo>
                  <a:pt x="2146713" y="4750277"/>
                  <a:pt x="2177339" y="4707075"/>
                  <a:pt x="2177339" y="4656715"/>
                </a:cubicBezTo>
                <a:lnTo>
                  <a:pt x="2177339" y="212929"/>
                </a:lnTo>
                <a:cubicBezTo>
                  <a:pt x="2177339" y="145754"/>
                  <a:pt x="2122884" y="91287"/>
                  <a:pt x="2055696" y="91287"/>
                </a:cubicBezTo>
                <a:close/>
                <a:moveTo>
                  <a:pt x="220095" y="0"/>
                </a:moveTo>
                <a:lnTo>
                  <a:pt x="2041326" y="0"/>
                </a:lnTo>
                <a:cubicBezTo>
                  <a:pt x="2162886" y="0"/>
                  <a:pt x="2261421" y="98529"/>
                  <a:pt x="2261421" y="220060"/>
                </a:cubicBezTo>
                <a:lnTo>
                  <a:pt x="2261421" y="4649500"/>
                </a:lnTo>
                <a:cubicBezTo>
                  <a:pt x="2261421" y="4771031"/>
                  <a:pt x="2162914" y="4869560"/>
                  <a:pt x="2041326" y="4869560"/>
                </a:cubicBezTo>
                <a:lnTo>
                  <a:pt x="220095" y="4869560"/>
                </a:lnTo>
                <a:cubicBezTo>
                  <a:pt x="98563" y="4869560"/>
                  <a:pt x="0" y="4771059"/>
                  <a:pt x="0" y="4649500"/>
                </a:cubicBezTo>
                <a:lnTo>
                  <a:pt x="0" y="220060"/>
                </a:lnTo>
                <a:cubicBezTo>
                  <a:pt x="0" y="98529"/>
                  <a:pt x="98563" y="0"/>
                  <a:pt x="220095" y="0"/>
                </a:cubicBezTo>
                <a:close/>
              </a:path>
            </a:pathLst>
          </a:custGeom>
          <a:solidFill>
            <a:schemeClr val="tx1"/>
          </a:solidFill>
        </p:spPr>
        <p:txBody>
          <a:bodyPr wrap="square">
            <a:noAutofit/>
          </a:bodyPr>
          <a:lstStyle>
            <a:lvl1pPr>
              <a:defRPr sz="100">
                <a:solidFill>
                  <a:schemeClr val="tx1">
                    <a:alpha val="0"/>
                  </a:schemeClr>
                </a:solidFill>
              </a:defRPr>
            </a:lvl1pPr>
            <a:lvl2pPr>
              <a:defRPr sz="100">
                <a:solidFill>
                  <a:schemeClr val="tx1">
                    <a:alpha val="0"/>
                  </a:schemeClr>
                </a:solidFill>
              </a:defRPr>
            </a:lvl2pPr>
            <a:lvl3pPr>
              <a:defRPr sz="100">
                <a:solidFill>
                  <a:schemeClr val="tx1">
                    <a:alpha val="0"/>
                  </a:schemeClr>
                </a:solidFill>
              </a:defRPr>
            </a:lvl3pPr>
          </a:lstStyle>
          <a:p>
            <a:pPr lvl="0"/>
            <a:r>
              <a:rPr lang="en-US"/>
              <a:t>Click to edit Master text styles</a:t>
            </a:r>
          </a:p>
        </p:txBody>
      </p:sp>
      <p:grpSp>
        <p:nvGrpSpPr>
          <p:cNvPr id="3" name="Group 2">
            <a:extLst>
              <a:ext uri="{FF2B5EF4-FFF2-40B4-BE49-F238E27FC236}">
                <a16:creationId xmlns:a16="http://schemas.microsoft.com/office/drawing/2014/main" id="{75E4D4F8-FA72-B6BF-6472-E0FF7BF429B6}"/>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F610EE37-2F53-C0D2-2230-9EA3A6968589}"/>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47B48F21-5119-F1DF-2009-2819DF409AA4}"/>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BC71B02-6DB6-D778-0A5D-F4F94483B006}"/>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AAD1F49-DDFC-C470-2591-CC52A8A02BB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D8D70729-6B1C-272B-8B72-673F8A04290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5C130D7-94A8-E516-362C-88CB3058FFB0}"/>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1E01DE8E-1CD1-479D-BCE2-E41DF8E804BE}"/>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FF795DC-9A6D-74EB-8AFD-93989428BA9A}"/>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DA587C2-1A96-FE8D-52F6-C97069C88011}"/>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86355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atures Full Screen">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EF67F453-D0B3-B1A1-9D4F-90030B9BE922}"/>
              </a:ext>
            </a:extLst>
          </p:cNvPr>
          <p:cNvSpPr>
            <a:spLocks noGrp="1"/>
          </p:cNvSpPr>
          <p:nvPr>
            <p:ph type="pic" sz="quarter" idx="13" hasCustomPrompt="1"/>
          </p:nvPr>
        </p:nvSpPr>
        <p:spPr>
          <a:xfrm>
            <a:off x="1" y="0"/>
            <a:ext cx="9144000" cy="6858000"/>
          </a:xfrm>
          <a:prstGeom prst="rect">
            <a:avLst/>
          </a:prstGeom>
        </p:spPr>
        <p:txBody>
          <a:bodyPr bIns="914400" anchor="ctr" anchorCtr="0"/>
          <a:lstStyle>
            <a:lvl1pPr algn="ctr">
              <a:defRPr sz="2100"/>
            </a:lvl1pPr>
          </a:lstStyle>
          <a:p>
            <a:r>
              <a:rPr lang="en-US"/>
              <a:t>Features Full Screen</a:t>
            </a:r>
          </a:p>
        </p:txBody>
      </p:sp>
    </p:spTree>
    <p:extLst>
      <p:ext uri="{BB962C8B-B14F-4D97-AF65-F5344CB8AC3E}">
        <p14:creationId xmlns:p14="http://schemas.microsoft.com/office/powerpoint/2010/main" val="82653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3062E6-5B96-06DA-3DDB-F95C9A968246}"/>
              </a:ext>
            </a:extLst>
          </p:cNvPr>
          <p:cNvSpPr txBox="1"/>
          <p:nvPr userDrawn="1"/>
        </p:nvSpPr>
        <p:spPr>
          <a:xfrm flipH="1" flipV="1">
            <a:off x="5441879" y="6221116"/>
            <a:ext cx="34289" cy="45719"/>
          </a:xfrm>
          <a:prstGeom prst="rect">
            <a:avLst/>
          </a:prstGeom>
          <a:noFill/>
        </p:spPr>
        <p:txBody>
          <a:bodyPr wrap="none" lIns="0" tIns="0" rIns="0" bIns="0" rtlCol="0">
            <a:noAutofit/>
          </a:bodyPr>
          <a:lstStyle/>
          <a:p>
            <a:pPr>
              <a:spcBef>
                <a:spcPts val="675"/>
              </a:spcBef>
            </a:pPr>
            <a:endParaRPr lang="en-US" sz="1500" b="0" i="0" dirty="0">
              <a:solidFill>
                <a:schemeClr val="tx1">
                  <a:lumMod val="75000"/>
                  <a:lumOff val="25000"/>
                </a:schemeClr>
              </a:solidFill>
              <a:latin typeface="Spectrum Sans" panose="020B0502020503020304" pitchFamily="34" charset="0"/>
            </a:endParaRPr>
          </a:p>
        </p:txBody>
      </p:sp>
      <p:sp>
        <p:nvSpPr>
          <p:cNvPr id="4" name="Date Placeholder 3">
            <a:extLst>
              <a:ext uri="{FF2B5EF4-FFF2-40B4-BE49-F238E27FC236}">
                <a16:creationId xmlns:a16="http://schemas.microsoft.com/office/drawing/2014/main" id="{EC7C8AC6-EDFB-37D0-B910-89EEF1B39F3D}"/>
              </a:ext>
            </a:extLst>
          </p:cNvPr>
          <p:cNvSpPr>
            <a:spLocks noGrp="1"/>
          </p:cNvSpPr>
          <p:nvPr>
            <p:ph type="dt" sz="half" idx="28"/>
          </p:nvPr>
        </p:nvSpPr>
        <p:spPr>
          <a:xfrm>
            <a:off x="7225163" y="6384903"/>
            <a:ext cx="514243" cy="139816"/>
          </a:xfrm>
        </p:spPr>
        <p:txBody>
          <a:bodyPr/>
          <a:lstStyle/>
          <a:p>
            <a:fld id="{A6E77C2A-C382-714C-ABD5-279ADB4571DE}" type="datetime1">
              <a:rPr lang="en-US" smtClean="0"/>
              <a:t>5/26/2026</a:t>
            </a:fld>
            <a:endParaRPr lang="en-US"/>
          </a:p>
        </p:txBody>
      </p:sp>
      <p:sp>
        <p:nvSpPr>
          <p:cNvPr id="5" name="Footer Placeholder 7">
            <a:extLst>
              <a:ext uri="{FF2B5EF4-FFF2-40B4-BE49-F238E27FC236}">
                <a16:creationId xmlns:a16="http://schemas.microsoft.com/office/drawing/2014/main" id="{858D4D71-681A-1138-29BA-1E12FD22720A}"/>
              </a:ext>
            </a:extLst>
          </p:cNvPr>
          <p:cNvSpPr>
            <a:spLocks noGrp="1"/>
          </p:cNvSpPr>
          <p:nvPr>
            <p:ph type="ftr" sz="quarter" idx="29"/>
          </p:nvPr>
        </p:nvSpPr>
        <p:spPr>
          <a:xfrm>
            <a:off x="1006042" y="6384903"/>
            <a:ext cx="6106857" cy="139816"/>
          </a:xfrm>
        </p:spPr>
        <p:txBody>
          <a:bodyPr/>
          <a:lstStyle/>
          <a:p>
            <a:r>
              <a:rPr lang="en-US"/>
              <a:t>Confidential</a:t>
            </a:r>
          </a:p>
        </p:txBody>
      </p:sp>
      <p:sp>
        <p:nvSpPr>
          <p:cNvPr id="6" name="Slide Number Placeholder 11">
            <a:extLst>
              <a:ext uri="{FF2B5EF4-FFF2-40B4-BE49-F238E27FC236}">
                <a16:creationId xmlns:a16="http://schemas.microsoft.com/office/drawing/2014/main" id="{15F0B564-123F-A08B-25FE-4B66023A7C40}"/>
              </a:ext>
            </a:extLst>
          </p:cNvPr>
          <p:cNvSpPr>
            <a:spLocks noGrp="1"/>
          </p:cNvSpPr>
          <p:nvPr>
            <p:ph type="sldNum" sz="quarter" idx="30"/>
          </p:nvPr>
        </p:nvSpPr>
        <p:spPr>
          <a:xfrm>
            <a:off x="372667" y="6384903"/>
            <a:ext cx="516230" cy="139816"/>
          </a:xfrm>
        </p:spPr>
        <p:txBody>
          <a:bodyPr/>
          <a:lstStyle/>
          <a:p>
            <a:fld id="{A82C3BC0-3EBF-3C4C-A3D8-795624EBC6AA}" type="slidenum">
              <a:rPr lang="en-US" smtClean="0"/>
              <a:pPr/>
              <a:t>‹#›</a:t>
            </a:fld>
            <a:endParaRPr lang="en-US"/>
          </a:p>
        </p:txBody>
      </p:sp>
      <p:grpSp>
        <p:nvGrpSpPr>
          <p:cNvPr id="7" name="Group 6">
            <a:extLst>
              <a:ext uri="{FF2B5EF4-FFF2-40B4-BE49-F238E27FC236}">
                <a16:creationId xmlns:a16="http://schemas.microsoft.com/office/drawing/2014/main" id="{17D7BF64-9A50-4DF8-8810-23D93039793B}"/>
              </a:ext>
            </a:extLst>
          </p:cNvPr>
          <p:cNvGrpSpPr/>
          <p:nvPr userDrawn="1"/>
        </p:nvGrpSpPr>
        <p:grpSpPr>
          <a:xfrm>
            <a:off x="7877516" y="6374712"/>
            <a:ext cx="892520" cy="186437"/>
            <a:chOff x="10615642" y="6334107"/>
            <a:chExt cx="1079469" cy="225489"/>
          </a:xfrm>
        </p:grpSpPr>
        <p:sp>
          <p:nvSpPr>
            <p:cNvPr id="8" name="Freeform 7">
              <a:extLst>
                <a:ext uri="{FF2B5EF4-FFF2-40B4-BE49-F238E27FC236}">
                  <a16:creationId xmlns:a16="http://schemas.microsoft.com/office/drawing/2014/main" id="{0D7BA88E-A845-3C9F-72AF-A7C5A9AC7875}"/>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2C5D9CA3-131B-435F-A8DD-D0A35888FFE8}"/>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4D6B4E84-42A7-45BF-CE00-BBE1C7B076D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684CA7D-08F8-59C8-2CF4-576E8ABD3FAD}"/>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28A1AEBF-60FD-4E1F-AA3B-758FEE04B19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CE69CEFA-AD27-256F-85B6-C2C4EA99E18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E526912-2D81-4BC7-6A1E-33203D9F830B}"/>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724C9AC-F7F7-7C5B-F9AA-63ACD09729E1}"/>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0B7DF047-FA79-8CBE-52CF-AA96076A2F22}"/>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20133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 Short Form Gra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7536894" cy="328304"/>
          </a:xfrm>
        </p:spPr>
        <p:txBody>
          <a:bodyPr/>
          <a:lstStyle/>
          <a:p>
            <a:r>
              <a:rPr lang="en-US" dirty="0"/>
              <a:t>Cast Study Short Form</a:t>
            </a:r>
          </a:p>
        </p:txBody>
      </p:sp>
      <p:sp>
        <p:nvSpPr>
          <p:cNvPr id="18" name="Text Placeholder 17">
            <a:extLst>
              <a:ext uri="{FF2B5EF4-FFF2-40B4-BE49-F238E27FC236}">
                <a16:creationId xmlns:a16="http://schemas.microsoft.com/office/drawing/2014/main" id="{C12FDFDF-BD1B-57A0-5D07-D542F6E4BAEB}"/>
              </a:ext>
            </a:extLst>
          </p:cNvPr>
          <p:cNvSpPr>
            <a:spLocks noGrp="1"/>
          </p:cNvSpPr>
          <p:nvPr>
            <p:ph type="body" sz="quarter" idx="14"/>
          </p:nvPr>
        </p:nvSpPr>
        <p:spPr>
          <a:xfrm>
            <a:off x="372667" y="1642391"/>
            <a:ext cx="3845802" cy="4183031"/>
          </a:xfrm>
          <a:prstGeom prst="rect">
            <a:avLst/>
          </a:prstGeom>
        </p:spPr>
        <p:txBody>
          <a:bodyPr/>
          <a:lstStyle>
            <a:lvl1pPr>
              <a:defRPr sz="1200"/>
            </a:lvl1pPr>
            <a:lvl2pPr>
              <a:spcBef>
                <a:spcPts val="450"/>
              </a:spcBef>
              <a:defRPr sz="1000"/>
            </a:lvl2pPr>
            <a:lvl3pPr>
              <a:defRPr sz="1050"/>
            </a:lvl3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id="{48EC7149-D81E-853A-6B34-9A0FE014A94F}"/>
              </a:ext>
            </a:extLst>
          </p:cNvPr>
          <p:cNvSpPr>
            <a:spLocks noGrp="1"/>
          </p:cNvSpPr>
          <p:nvPr>
            <p:ph type="pic" sz="quarter" idx="13" hasCustomPrompt="1"/>
          </p:nvPr>
        </p:nvSpPr>
        <p:spPr>
          <a:xfrm>
            <a:off x="4905376" y="1642390"/>
            <a:ext cx="3851084" cy="4183031"/>
          </a:xfrm>
          <a:prstGeom prst="rect">
            <a:avLst/>
          </a:prstGeom>
        </p:spPr>
        <p:txBody>
          <a:bodyPr bIns="914400" anchor="ctr" anchorCtr="0"/>
          <a:lstStyle>
            <a:lvl1pPr algn="ctr">
              <a:defRPr sz="1500"/>
            </a:lvl1pPr>
          </a:lstStyle>
          <a:p>
            <a:r>
              <a:rPr lang="en-US" dirty="0"/>
              <a:t>Insert relevant photo here</a:t>
            </a:r>
          </a:p>
        </p:txBody>
      </p:sp>
      <p:sp>
        <p:nvSpPr>
          <p:cNvPr id="5" name="Picture Placeholder 4">
            <a:extLst>
              <a:ext uri="{FF2B5EF4-FFF2-40B4-BE49-F238E27FC236}">
                <a16:creationId xmlns:a16="http://schemas.microsoft.com/office/drawing/2014/main" id="{3C86A0E3-D9E1-C8C9-F558-4D4A111C5E4B}"/>
              </a:ext>
            </a:extLst>
          </p:cNvPr>
          <p:cNvSpPr>
            <a:spLocks noGrp="1"/>
          </p:cNvSpPr>
          <p:nvPr>
            <p:ph type="pic" sz="quarter" idx="24" hasCustomPrompt="1"/>
          </p:nvPr>
        </p:nvSpPr>
        <p:spPr>
          <a:xfrm>
            <a:off x="8057475" y="305397"/>
            <a:ext cx="694944" cy="696017"/>
          </a:xfrm>
          <a:prstGeom prst="rect">
            <a:avLst/>
          </a:prstGeom>
        </p:spPr>
        <p:txBody>
          <a:bodyPr/>
          <a:lstStyle>
            <a:lvl1pPr algn="ctr">
              <a:defRPr sz="1050"/>
            </a:lvl1pPr>
          </a:lstStyle>
          <a:p>
            <a:r>
              <a:rPr lang="en-US" dirty="0"/>
              <a:t>logo</a:t>
            </a:r>
          </a:p>
        </p:txBody>
      </p:sp>
      <p:cxnSp>
        <p:nvCxnSpPr>
          <p:cNvPr id="4" name="Straight Connector 3">
            <a:extLst>
              <a:ext uri="{FF2B5EF4-FFF2-40B4-BE49-F238E27FC236}">
                <a16:creationId xmlns:a16="http://schemas.microsoft.com/office/drawing/2014/main" id="{7BA3DF1B-0E22-0B4E-73A2-D6CDFDCD6C0E}"/>
              </a:ext>
            </a:extLst>
          </p:cNvPr>
          <p:cNvCxnSpPr>
            <a:cxnSpLocks/>
          </p:cNvCxnSpPr>
          <p:nvPr userDrawn="1"/>
        </p:nvCxnSpPr>
        <p:spPr>
          <a:xfrm>
            <a:off x="4551844" y="1642392"/>
            <a:ext cx="0" cy="421876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26F7984-F670-7C59-730E-FA2FBB268F50}"/>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 name="Text Placeholder 7">
            <a:extLst>
              <a:ext uri="{FF2B5EF4-FFF2-40B4-BE49-F238E27FC236}">
                <a16:creationId xmlns:a16="http://schemas.microsoft.com/office/drawing/2014/main" id="{0875E3CD-9C57-5E23-D83D-ADE454E2D554}"/>
              </a:ext>
            </a:extLst>
          </p:cNvPr>
          <p:cNvSpPr>
            <a:spLocks noGrp="1"/>
          </p:cNvSpPr>
          <p:nvPr>
            <p:ph type="body" sz="quarter" idx="28" hasCustomPrompt="1"/>
          </p:nvPr>
        </p:nvSpPr>
        <p:spPr>
          <a:xfrm>
            <a:off x="372666" y="365760"/>
            <a:ext cx="7536893"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32" name="Date Placeholder 31">
            <a:extLst>
              <a:ext uri="{FF2B5EF4-FFF2-40B4-BE49-F238E27FC236}">
                <a16:creationId xmlns:a16="http://schemas.microsoft.com/office/drawing/2014/main" id="{A97EC71E-2ACD-9531-F06D-1A90EC46ED4E}"/>
              </a:ext>
            </a:extLst>
          </p:cNvPr>
          <p:cNvSpPr>
            <a:spLocks noGrp="1"/>
          </p:cNvSpPr>
          <p:nvPr>
            <p:ph type="dt" sz="half" idx="29"/>
          </p:nvPr>
        </p:nvSpPr>
        <p:spPr/>
        <p:txBody>
          <a:bodyPr/>
          <a:lstStyle/>
          <a:p>
            <a:fld id="{91A8A171-98BC-0141-95B1-E683CADF5358}" type="datetime1">
              <a:rPr lang="en-US" smtClean="0"/>
              <a:t>5/26/2026</a:t>
            </a:fld>
            <a:endParaRPr lang="en-US"/>
          </a:p>
        </p:txBody>
      </p:sp>
      <p:sp>
        <p:nvSpPr>
          <p:cNvPr id="33" name="Footer Placeholder 32">
            <a:extLst>
              <a:ext uri="{FF2B5EF4-FFF2-40B4-BE49-F238E27FC236}">
                <a16:creationId xmlns:a16="http://schemas.microsoft.com/office/drawing/2014/main" id="{7CB7685C-0A18-41AE-9BCD-F03143031092}"/>
              </a:ext>
            </a:extLst>
          </p:cNvPr>
          <p:cNvSpPr>
            <a:spLocks noGrp="1"/>
          </p:cNvSpPr>
          <p:nvPr>
            <p:ph type="ftr" sz="quarter" idx="30"/>
          </p:nvPr>
        </p:nvSpPr>
        <p:spPr/>
        <p:txBody>
          <a:bodyPr/>
          <a:lstStyle/>
          <a:p>
            <a:r>
              <a:rPr lang="en-US"/>
              <a:t>Confidential</a:t>
            </a:r>
          </a:p>
        </p:txBody>
      </p:sp>
      <p:sp>
        <p:nvSpPr>
          <p:cNvPr id="34" name="Slide Number Placeholder 33">
            <a:extLst>
              <a:ext uri="{FF2B5EF4-FFF2-40B4-BE49-F238E27FC236}">
                <a16:creationId xmlns:a16="http://schemas.microsoft.com/office/drawing/2014/main" id="{CAD83476-A26D-518D-0061-D39FDA9FD138}"/>
              </a:ext>
            </a:extLst>
          </p:cNvPr>
          <p:cNvSpPr>
            <a:spLocks noGrp="1"/>
          </p:cNvSpPr>
          <p:nvPr>
            <p:ph type="sldNum" sz="quarter" idx="31"/>
          </p:nvPr>
        </p:nvSpPr>
        <p:spPr/>
        <p:txBody>
          <a:bodyPr/>
          <a:lstStyle/>
          <a:p>
            <a:fld id="{A82C3BC0-3EBF-3C4C-A3D8-795624EBC6AA}" type="slidenum">
              <a:rPr lang="en-US" smtClean="0"/>
              <a:pPr/>
              <a:t>‹#›</a:t>
            </a:fld>
            <a:endParaRPr lang="en-US"/>
          </a:p>
        </p:txBody>
      </p:sp>
      <p:grpSp>
        <p:nvGrpSpPr>
          <p:cNvPr id="6" name="Group 5">
            <a:extLst>
              <a:ext uri="{FF2B5EF4-FFF2-40B4-BE49-F238E27FC236}">
                <a16:creationId xmlns:a16="http://schemas.microsoft.com/office/drawing/2014/main" id="{B4431C8C-5318-FED7-51B7-B7D434F00897}"/>
              </a:ext>
            </a:extLst>
          </p:cNvPr>
          <p:cNvGrpSpPr/>
          <p:nvPr userDrawn="1"/>
        </p:nvGrpSpPr>
        <p:grpSpPr>
          <a:xfrm>
            <a:off x="7877516" y="6374712"/>
            <a:ext cx="892520" cy="186437"/>
            <a:chOff x="10615642" y="6334107"/>
            <a:chExt cx="1079469" cy="225489"/>
          </a:xfrm>
        </p:grpSpPr>
        <p:sp>
          <p:nvSpPr>
            <p:cNvPr id="7" name="Freeform 6">
              <a:extLst>
                <a:ext uri="{FF2B5EF4-FFF2-40B4-BE49-F238E27FC236}">
                  <a16:creationId xmlns:a16="http://schemas.microsoft.com/office/drawing/2014/main" id="{860BEACA-3E49-ACF1-9D44-79DD0FE851E8}"/>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0750A46B-AF89-4692-260D-F6F9D480ED92}"/>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78CF7D1-6CD1-F2CD-B114-A477BAE984C9}"/>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A7B94C6-76ED-D529-C0F1-77E77E11009B}"/>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7D6AEFA5-C6E3-9397-DC38-C5193633E3B1}"/>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D5B4FEC-0E52-CE28-F105-ED9AF882A20F}"/>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FBA5D6E0-1971-F09E-3127-4090F507EEBF}"/>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ECD0B1C-B6BF-5A6E-174D-4886E219F5F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D795B8E7-8A89-89F5-9D14-51418101D81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82865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se Study Results Gra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AC8EEBB-929D-C181-CBED-604AC5F5C7AC}"/>
              </a:ext>
            </a:extLst>
          </p:cNvPr>
          <p:cNvSpPr>
            <a:spLocks noGrp="1"/>
          </p:cNvSpPr>
          <p:nvPr>
            <p:ph type="title" hasCustomPrompt="1"/>
          </p:nvPr>
        </p:nvSpPr>
        <p:spPr>
          <a:xfrm>
            <a:off x="372666" y="640080"/>
            <a:ext cx="7475934" cy="328304"/>
          </a:xfrm>
        </p:spPr>
        <p:txBody>
          <a:bodyPr/>
          <a:lstStyle/>
          <a:p>
            <a:r>
              <a:rPr lang="en-US" dirty="0"/>
              <a:t>Cast Study Results</a:t>
            </a:r>
          </a:p>
        </p:txBody>
      </p:sp>
      <p:sp>
        <p:nvSpPr>
          <p:cNvPr id="12" name="Picture Placeholder 4">
            <a:extLst>
              <a:ext uri="{FF2B5EF4-FFF2-40B4-BE49-F238E27FC236}">
                <a16:creationId xmlns:a16="http://schemas.microsoft.com/office/drawing/2014/main" id="{1CCE64B7-17BC-57C5-6770-99C8AFC546A1}"/>
              </a:ext>
            </a:extLst>
          </p:cNvPr>
          <p:cNvSpPr>
            <a:spLocks noGrp="1"/>
          </p:cNvSpPr>
          <p:nvPr>
            <p:ph type="pic" sz="quarter" idx="24" hasCustomPrompt="1"/>
          </p:nvPr>
        </p:nvSpPr>
        <p:spPr>
          <a:xfrm>
            <a:off x="8075092" y="305397"/>
            <a:ext cx="694944" cy="696017"/>
          </a:xfrm>
          <a:prstGeom prst="rect">
            <a:avLst/>
          </a:prstGeom>
        </p:spPr>
        <p:txBody>
          <a:bodyPr/>
          <a:lstStyle>
            <a:lvl1pPr algn="ctr">
              <a:defRPr sz="1050"/>
            </a:lvl1pPr>
          </a:lstStyle>
          <a:p>
            <a:r>
              <a:rPr lang="en-US" dirty="0"/>
              <a:t>logo</a:t>
            </a:r>
          </a:p>
        </p:txBody>
      </p:sp>
      <p:sp>
        <p:nvSpPr>
          <p:cNvPr id="17" name="Text Placeholder 16">
            <a:extLst>
              <a:ext uri="{FF2B5EF4-FFF2-40B4-BE49-F238E27FC236}">
                <a16:creationId xmlns:a16="http://schemas.microsoft.com/office/drawing/2014/main" id="{4E0C825D-98C1-B159-867F-8C6E8C72C234}"/>
              </a:ext>
            </a:extLst>
          </p:cNvPr>
          <p:cNvSpPr>
            <a:spLocks noGrp="1"/>
          </p:cNvSpPr>
          <p:nvPr>
            <p:ph type="body" sz="quarter" idx="30"/>
          </p:nvPr>
        </p:nvSpPr>
        <p:spPr>
          <a:xfrm>
            <a:off x="372667" y="1642392"/>
            <a:ext cx="3845719" cy="4183734"/>
          </a:xfrm>
        </p:spPr>
        <p:txBody>
          <a:bodyPr/>
          <a:lstStyle>
            <a:lvl1pPr>
              <a:defRPr sz="1200" b="1" i="0" cap="all" baseline="0">
                <a:solidFill>
                  <a:schemeClr val="accent2"/>
                </a:solidFill>
                <a:latin typeface="Spectrum Sans" panose="020B0502020503020304" pitchFamily="34" charset="0"/>
                <a:cs typeface="Spectrum Sans" panose="020B0502020503020304" pitchFamily="34" charset="0"/>
              </a:defRPr>
            </a:lvl1pPr>
            <a:lvl2pPr marL="0" indent="0">
              <a:spcBef>
                <a:spcPts val="1350"/>
              </a:spcBef>
              <a:buNone/>
              <a:defRPr sz="1200"/>
            </a:lvl2pPr>
            <a:lvl3pPr marL="91677" indent="-80961">
              <a:buFont typeface="Arial" panose="020B0604020202020204" pitchFamily="34" charset="0"/>
              <a:buChar char="•"/>
              <a:tabLst/>
              <a:defRPr sz="1000"/>
            </a:lvl3pPr>
          </a:lstStyle>
          <a:p>
            <a:pPr lvl="0"/>
            <a:r>
              <a:rPr lang="en-US"/>
              <a:t>Click to edit Master text styles</a:t>
            </a:r>
          </a:p>
          <a:p>
            <a:pPr lvl="1"/>
            <a:r>
              <a:rPr lang="en-US"/>
              <a:t>Second level</a:t>
            </a:r>
          </a:p>
          <a:p>
            <a:pPr lvl="2"/>
            <a:r>
              <a:rPr lang="en-US"/>
              <a:t>Third level</a:t>
            </a:r>
          </a:p>
        </p:txBody>
      </p:sp>
      <p:sp>
        <p:nvSpPr>
          <p:cNvPr id="19" name="Text Placeholder 16">
            <a:extLst>
              <a:ext uri="{FF2B5EF4-FFF2-40B4-BE49-F238E27FC236}">
                <a16:creationId xmlns:a16="http://schemas.microsoft.com/office/drawing/2014/main" id="{BB402BE2-8301-55EF-D845-070AC5514065}"/>
              </a:ext>
            </a:extLst>
          </p:cNvPr>
          <p:cNvSpPr>
            <a:spLocks noGrp="1"/>
          </p:cNvSpPr>
          <p:nvPr>
            <p:ph type="body" sz="quarter" idx="31"/>
          </p:nvPr>
        </p:nvSpPr>
        <p:spPr>
          <a:xfrm>
            <a:off x="4905376" y="1642392"/>
            <a:ext cx="3851084" cy="4183734"/>
          </a:xfrm>
        </p:spPr>
        <p:txBody>
          <a:bodyPr/>
          <a:lstStyle>
            <a:lvl1pPr>
              <a:defRPr lang="en-US" sz="1200" b="1" i="0" kern="1200" cap="all" baseline="0" dirty="0">
                <a:solidFill>
                  <a:schemeClr val="accent2"/>
                </a:solidFill>
                <a:latin typeface="Spectrum Sans" panose="020B0502020503020304" pitchFamily="34" charset="0"/>
                <a:ea typeface="+mn-ea"/>
                <a:cs typeface="Spectrum Sans" panose="020B0502020503020304" pitchFamily="34" charset="0"/>
              </a:defRPr>
            </a:lvl1pPr>
            <a:lvl2pPr marL="0" indent="0">
              <a:spcBef>
                <a:spcPts val="1350"/>
              </a:spcBef>
              <a:buNone/>
              <a:defRPr sz="1200"/>
            </a:lvl2pPr>
            <a:lvl3pPr marL="91677" indent="-80961">
              <a:buFont typeface="Arial" panose="020B0604020202020204" pitchFamily="34" charset="0"/>
              <a:buChar char="•"/>
              <a:tabLst/>
              <a:defRPr/>
            </a:lvl3pPr>
          </a:lstStyle>
          <a:p>
            <a:pPr marL="0" lvl="0" indent="0" algn="l" defTabSz="685783" rtl="0" eaLnBrk="1" latinLnBrk="0" hangingPunct="1">
              <a:lnSpc>
                <a:spcPct val="110000"/>
              </a:lnSpc>
              <a:spcBef>
                <a:spcPts val="1800"/>
              </a:spcBef>
              <a:buFont typeface="Arial"/>
              <a:buNone/>
            </a:pPr>
            <a:r>
              <a:rPr lang="en-US"/>
              <a:t>Click to edit Master text styles</a:t>
            </a:r>
          </a:p>
          <a:p>
            <a:pPr marL="0" lvl="1" indent="0" algn="l" defTabSz="685783" rtl="0" eaLnBrk="1" latinLnBrk="0" hangingPunct="1">
              <a:lnSpc>
                <a:spcPct val="110000"/>
              </a:lnSpc>
              <a:spcBef>
                <a:spcPts val="1800"/>
              </a:spcBef>
              <a:buFont typeface="Arial"/>
              <a:buNone/>
            </a:pPr>
            <a:r>
              <a:rPr lang="en-US"/>
              <a:t>Second level</a:t>
            </a:r>
          </a:p>
          <a:p>
            <a:pPr marL="0" lvl="2" indent="0" algn="l" defTabSz="685783" rtl="0" eaLnBrk="1" latinLnBrk="0" hangingPunct="1">
              <a:lnSpc>
                <a:spcPct val="110000"/>
              </a:lnSpc>
              <a:spcBef>
                <a:spcPts val="1800"/>
              </a:spcBef>
              <a:buFont typeface="Arial"/>
              <a:buNone/>
            </a:pPr>
            <a:r>
              <a:rPr lang="en-US"/>
              <a:t>Third level</a:t>
            </a:r>
          </a:p>
        </p:txBody>
      </p:sp>
      <p:cxnSp>
        <p:nvCxnSpPr>
          <p:cNvPr id="2" name="Straight Connector 1">
            <a:extLst>
              <a:ext uri="{FF2B5EF4-FFF2-40B4-BE49-F238E27FC236}">
                <a16:creationId xmlns:a16="http://schemas.microsoft.com/office/drawing/2014/main" id="{C4791B6B-7CA7-13F8-7903-32BE6131A92E}"/>
              </a:ext>
            </a:extLst>
          </p:cNvPr>
          <p:cNvCxnSpPr>
            <a:cxnSpLocks/>
          </p:cNvCxnSpPr>
          <p:nvPr userDrawn="1"/>
        </p:nvCxnSpPr>
        <p:spPr>
          <a:xfrm>
            <a:off x="4551844" y="1642392"/>
            <a:ext cx="0" cy="4218763"/>
          </a:xfrm>
          <a:prstGeom prst="line">
            <a:avLst/>
          </a:prstGeom>
          <a:ln w="12700">
            <a:gradFill>
              <a:gsLst>
                <a:gs pos="0">
                  <a:schemeClr val="accent3"/>
                </a:gs>
                <a:gs pos="99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19E7F57-43EF-AC23-DB24-E7CB6D8FACA0}"/>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3" name="Text Placeholder 7">
            <a:extLst>
              <a:ext uri="{FF2B5EF4-FFF2-40B4-BE49-F238E27FC236}">
                <a16:creationId xmlns:a16="http://schemas.microsoft.com/office/drawing/2014/main" id="{F9433C86-0AC7-6B0C-F753-20FF30546A96}"/>
              </a:ext>
            </a:extLst>
          </p:cNvPr>
          <p:cNvSpPr>
            <a:spLocks noGrp="1"/>
          </p:cNvSpPr>
          <p:nvPr>
            <p:ph type="body" sz="quarter" idx="13" hasCustomPrompt="1"/>
          </p:nvPr>
        </p:nvSpPr>
        <p:spPr>
          <a:xfrm>
            <a:off x="372666" y="365760"/>
            <a:ext cx="7475933"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25" name="Date Placeholder 24">
            <a:extLst>
              <a:ext uri="{FF2B5EF4-FFF2-40B4-BE49-F238E27FC236}">
                <a16:creationId xmlns:a16="http://schemas.microsoft.com/office/drawing/2014/main" id="{DCCA52FC-504F-33FC-9BA7-8F79EF01A304}"/>
              </a:ext>
            </a:extLst>
          </p:cNvPr>
          <p:cNvSpPr>
            <a:spLocks noGrp="1"/>
          </p:cNvSpPr>
          <p:nvPr>
            <p:ph type="dt" sz="half" idx="32"/>
          </p:nvPr>
        </p:nvSpPr>
        <p:spPr/>
        <p:txBody>
          <a:bodyPr/>
          <a:lstStyle/>
          <a:p>
            <a:fld id="{3F15F101-2482-0541-9DD2-EDFE3AC411B2}" type="datetime1">
              <a:rPr lang="en-US" smtClean="0"/>
              <a:t>5/26/2026</a:t>
            </a:fld>
            <a:endParaRPr lang="en-US"/>
          </a:p>
        </p:txBody>
      </p:sp>
      <p:sp>
        <p:nvSpPr>
          <p:cNvPr id="26" name="Footer Placeholder 25">
            <a:extLst>
              <a:ext uri="{FF2B5EF4-FFF2-40B4-BE49-F238E27FC236}">
                <a16:creationId xmlns:a16="http://schemas.microsoft.com/office/drawing/2014/main" id="{FDE4A8BA-9894-DDE2-AD7E-DD36D0B9830B}"/>
              </a:ext>
            </a:extLst>
          </p:cNvPr>
          <p:cNvSpPr>
            <a:spLocks noGrp="1"/>
          </p:cNvSpPr>
          <p:nvPr>
            <p:ph type="ftr" sz="quarter" idx="33"/>
          </p:nvPr>
        </p:nvSpPr>
        <p:spPr/>
        <p:txBody>
          <a:bodyPr/>
          <a:lstStyle/>
          <a:p>
            <a:r>
              <a:rPr lang="en-US"/>
              <a:t>Confidential</a:t>
            </a:r>
          </a:p>
        </p:txBody>
      </p:sp>
      <p:sp>
        <p:nvSpPr>
          <p:cNvPr id="27" name="Slide Number Placeholder 26">
            <a:extLst>
              <a:ext uri="{FF2B5EF4-FFF2-40B4-BE49-F238E27FC236}">
                <a16:creationId xmlns:a16="http://schemas.microsoft.com/office/drawing/2014/main" id="{1D673CD5-E25E-93C4-FD12-88185A7D15DD}"/>
              </a:ext>
            </a:extLst>
          </p:cNvPr>
          <p:cNvSpPr>
            <a:spLocks noGrp="1"/>
          </p:cNvSpPr>
          <p:nvPr>
            <p:ph type="sldNum" sz="quarter" idx="34"/>
          </p:nvPr>
        </p:nvSpPr>
        <p:spPr/>
        <p:txBody>
          <a:bodyPr/>
          <a:lstStyle/>
          <a:p>
            <a:fld id="{A82C3BC0-3EBF-3C4C-A3D8-795624EBC6AA}" type="slidenum">
              <a:rPr lang="en-US" smtClean="0"/>
              <a:pPr/>
              <a:t>‹#›</a:t>
            </a:fld>
            <a:endParaRPr lang="en-US"/>
          </a:p>
        </p:txBody>
      </p:sp>
      <p:grpSp>
        <p:nvGrpSpPr>
          <p:cNvPr id="4" name="Group 3">
            <a:extLst>
              <a:ext uri="{FF2B5EF4-FFF2-40B4-BE49-F238E27FC236}">
                <a16:creationId xmlns:a16="http://schemas.microsoft.com/office/drawing/2014/main" id="{A934F789-EF05-429C-53B8-375B888A0ACD}"/>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AE926D02-5631-1795-0E9F-400CF77A5637}"/>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73A99072-2CBF-9A9A-757F-3474721A7DBE}"/>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B7EC1399-A064-54D8-8B6A-C8CEF9C81702}"/>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4CF0E579-E6D3-603A-1CFC-92756C8C8923}"/>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ED7526DE-5FF1-1213-3495-03DF15DC476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417356DB-1DA2-4EE2-ABDF-56C909DA753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B546CD2-E4EB-5688-3384-2C360A9CF9AF}"/>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7FD9461-47DF-1537-FF3B-CFF65134830A}"/>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6E3B460-63A3-8D38-596E-B202E9E94124}"/>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33226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Featured Person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401050" cy="328304"/>
          </a:xfrm>
        </p:spPr>
        <p:txBody>
          <a:bodyPr/>
          <a:lstStyle/>
          <a:p>
            <a:r>
              <a:rPr lang="en-US" dirty="0"/>
              <a:t>One Featured Person White</a:t>
            </a:r>
          </a:p>
        </p:txBody>
      </p:sp>
      <p:sp>
        <p:nvSpPr>
          <p:cNvPr id="6" name="Picture Placeholder 9">
            <a:extLst>
              <a:ext uri="{FF2B5EF4-FFF2-40B4-BE49-F238E27FC236}">
                <a16:creationId xmlns:a16="http://schemas.microsoft.com/office/drawing/2014/main" id="{A64459EE-4B77-50AA-3597-13D256B2C252}"/>
              </a:ext>
            </a:extLst>
          </p:cNvPr>
          <p:cNvSpPr>
            <a:spLocks noGrp="1"/>
          </p:cNvSpPr>
          <p:nvPr>
            <p:ph type="pic" sz="quarter" idx="13" hasCustomPrompt="1"/>
          </p:nvPr>
        </p:nvSpPr>
        <p:spPr>
          <a:xfrm>
            <a:off x="372667" y="1642391"/>
            <a:ext cx="3093452" cy="4123028"/>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1500"/>
            </a:lvl1pPr>
          </a:lstStyle>
          <a:p>
            <a:r>
              <a:rPr lang="en-US" dirty="0"/>
              <a:t>Insert Headshot</a:t>
            </a:r>
          </a:p>
        </p:txBody>
      </p:sp>
      <p:sp>
        <p:nvSpPr>
          <p:cNvPr id="11" name="Date Placeholder 10">
            <a:extLst>
              <a:ext uri="{FF2B5EF4-FFF2-40B4-BE49-F238E27FC236}">
                <a16:creationId xmlns:a16="http://schemas.microsoft.com/office/drawing/2014/main" id="{508E1EDF-99B3-D20F-14A8-E1FC901CEC60}"/>
              </a:ext>
            </a:extLst>
          </p:cNvPr>
          <p:cNvSpPr>
            <a:spLocks noGrp="1"/>
          </p:cNvSpPr>
          <p:nvPr>
            <p:ph type="dt" sz="half" idx="15"/>
          </p:nvPr>
        </p:nvSpPr>
        <p:spPr/>
        <p:txBody>
          <a:bodyPr/>
          <a:lstStyle/>
          <a:p>
            <a:fld id="{6340C27D-F47A-3442-961C-A4C11E9EF817}" type="datetime1">
              <a:rPr lang="en-US" smtClean="0"/>
              <a:t>5/26/2026</a:t>
            </a:fld>
            <a:endParaRPr lang="en-US"/>
          </a:p>
        </p:txBody>
      </p:sp>
      <p:sp>
        <p:nvSpPr>
          <p:cNvPr id="12" name="Footer Placeholder 11">
            <a:extLst>
              <a:ext uri="{FF2B5EF4-FFF2-40B4-BE49-F238E27FC236}">
                <a16:creationId xmlns:a16="http://schemas.microsoft.com/office/drawing/2014/main" id="{057C3FF9-B5AE-ABB5-2738-121AD7807602}"/>
              </a:ext>
            </a:extLst>
          </p:cNvPr>
          <p:cNvSpPr>
            <a:spLocks noGrp="1"/>
          </p:cNvSpPr>
          <p:nvPr>
            <p:ph type="ftr" sz="quarter" idx="16"/>
          </p:nvPr>
        </p:nvSpPr>
        <p:spPr/>
        <p:txBody>
          <a:bodyPr/>
          <a:lstStyle/>
          <a:p>
            <a:r>
              <a:rPr lang="en-US"/>
              <a:t>Confidential</a:t>
            </a:r>
          </a:p>
        </p:txBody>
      </p:sp>
      <p:sp>
        <p:nvSpPr>
          <p:cNvPr id="13" name="Slide Number Placeholder 12">
            <a:extLst>
              <a:ext uri="{FF2B5EF4-FFF2-40B4-BE49-F238E27FC236}">
                <a16:creationId xmlns:a16="http://schemas.microsoft.com/office/drawing/2014/main" id="{17E2C07C-5047-7F9F-60F1-A48058B6A081}"/>
              </a:ext>
            </a:extLst>
          </p:cNvPr>
          <p:cNvSpPr>
            <a:spLocks noGrp="1"/>
          </p:cNvSpPr>
          <p:nvPr>
            <p:ph type="sldNum" sz="quarter" idx="17"/>
          </p:nvPr>
        </p:nvSpPr>
        <p:spPr/>
        <p:txBody>
          <a:bodyPr/>
          <a:lstStyle/>
          <a:p>
            <a:fld id="{A82C3BC0-3EBF-3C4C-A3D8-795624EBC6AA}" type="slidenum">
              <a:rPr lang="en-US" smtClean="0"/>
              <a:pPr/>
              <a:t>‹#›</a:t>
            </a:fld>
            <a:endParaRPr lang="en-US"/>
          </a:p>
        </p:txBody>
      </p:sp>
      <p:sp>
        <p:nvSpPr>
          <p:cNvPr id="15" name="Text Placeholder 14">
            <a:extLst>
              <a:ext uri="{FF2B5EF4-FFF2-40B4-BE49-F238E27FC236}">
                <a16:creationId xmlns:a16="http://schemas.microsoft.com/office/drawing/2014/main" id="{CDF3C5AC-DCB0-F981-D94F-36E13FC05D4C}"/>
              </a:ext>
            </a:extLst>
          </p:cNvPr>
          <p:cNvSpPr>
            <a:spLocks noGrp="1"/>
          </p:cNvSpPr>
          <p:nvPr>
            <p:ph type="body" sz="quarter" idx="18"/>
          </p:nvPr>
        </p:nvSpPr>
        <p:spPr>
          <a:xfrm>
            <a:off x="3930255" y="1642394"/>
            <a:ext cx="4841081" cy="4123409"/>
          </a:xfrm>
        </p:spPr>
        <p:txBody>
          <a:bodyPr anchor="ctr" anchorCtr="0"/>
          <a:lstStyle>
            <a:lvl1pPr>
              <a:defRPr sz="1500"/>
            </a:lvl1pPr>
            <a:lvl2pPr marL="0" indent="0">
              <a:spcBef>
                <a:spcPts val="225"/>
              </a:spcBef>
              <a:buNone/>
              <a:defRPr sz="1000"/>
            </a:lvl2pPr>
            <a:lvl3pPr marL="10716" indent="0">
              <a:buNone/>
              <a:tabLst/>
              <a:defRPr sz="1000"/>
            </a:lvl3pPr>
          </a:lstStyle>
          <a:p>
            <a:pPr lvl="0"/>
            <a:r>
              <a:rPr lang="en-US"/>
              <a:t>Click to edit Master text styles</a:t>
            </a:r>
          </a:p>
          <a:p>
            <a:pPr lvl="1"/>
            <a:r>
              <a:rPr lang="en-US"/>
              <a:t>Second level</a:t>
            </a:r>
          </a:p>
          <a:p>
            <a:pPr lvl="2"/>
            <a:r>
              <a:rPr lang="en-US"/>
              <a:t>Third level</a:t>
            </a:r>
          </a:p>
        </p:txBody>
      </p:sp>
      <p:sp>
        <p:nvSpPr>
          <p:cNvPr id="10" name="Rectangle 9">
            <a:extLst>
              <a:ext uri="{FF2B5EF4-FFF2-40B4-BE49-F238E27FC236}">
                <a16:creationId xmlns:a16="http://schemas.microsoft.com/office/drawing/2014/main" id="{BA22383E-7467-A7C3-65C9-07F167D7D329}"/>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 name="Text Placeholder 7">
            <a:extLst>
              <a:ext uri="{FF2B5EF4-FFF2-40B4-BE49-F238E27FC236}">
                <a16:creationId xmlns:a16="http://schemas.microsoft.com/office/drawing/2014/main" id="{6A02FC0E-9D5B-44D9-E213-30C75E1AC6DE}"/>
              </a:ext>
            </a:extLst>
          </p:cNvPr>
          <p:cNvSpPr>
            <a:spLocks noGrp="1"/>
          </p:cNvSpPr>
          <p:nvPr>
            <p:ph type="body" sz="quarter" idx="19"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4" name="Group 3">
            <a:extLst>
              <a:ext uri="{FF2B5EF4-FFF2-40B4-BE49-F238E27FC236}">
                <a16:creationId xmlns:a16="http://schemas.microsoft.com/office/drawing/2014/main" id="{9FF85451-F584-34DC-3F0E-E9A7A7631EBC}"/>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729394FD-D678-9952-146B-CCF363CFB3CE}"/>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DED1E131-BE8A-7EE8-68D5-CC1A8172DFDA}"/>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0F5EC6B-A451-1E8E-62F9-C70D22EB937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A5AF054-F5CC-DE2C-631A-F0BB4B6015C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62866C5D-10BD-8D9E-0249-5BABE9D579C7}"/>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9739F93-538A-3B28-B183-195D63BDFD98}"/>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54C7739-13DF-E5C1-B6F2-CFB733BD1673}"/>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1CFC730-814E-3AF9-D784-AC8A9E78F588}"/>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363D1D6-5F1C-1A36-6A70-3467E47CA84D}"/>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46053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Featured Peopl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397954" cy="328304"/>
          </a:xfrm>
        </p:spPr>
        <p:txBody>
          <a:bodyPr/>
          <a:lstStyle/>
          <a:p>
            <a:r>
              <a:rPr lang="en-US" dirty="0"/>
              <a:t>Two Featured People White</a:t>
            </a:r>
          </a:p>
        </p:txBody>
      </p:sp>
      <p:sp>
        <p:nvSpPr>
          <p:cNvPr id="13" name="Date Placeholder 12">
            <a:extLst>
              <a:ext uri="{FF2B5EF4-FFF2-40B4-BE49-F238E27FC236}">
                <a16:creationId xmlns:a16="http://schemas.microsoft.com/office/drawing/2014/main" id="{DF370B6D-FB65-921B-B76A-8F85730A8768}"/>
              </a:ext>
            </a:extLst>
          </p:cNvPr>
          <p:cNvSpPr>
            <a:spLocks noGrp="1"/>
          </p:cNvSpPr>
          <p:nvPr>
            <p:ph type="dt" sz="half" idx="17"/>
          </p:nvPr>
        </p:nvSpPr>
        <p:spPr/>
        <p:txBody>
          <a:bodyPr/>
          <a:lstStyle/>
          <a:p>
            <a:fld id="{111ABA80-C8DB-5E44-B1B3-ABDE4AAA71A7}" type="datetime1">
              <a:rPr lang="en-US" smtClean="0"/>
              <a:t>5/26/2026</a:t>
            </a:fld>
            <a:endParaRPr lang="en-US"/>
          </a:p>
        </p:txBody>
      </p:sp>
      <p:sp>
        <p:nvSpPr>
          <p:cNvPr id="14" name="Footer Placeholder 13">
            <a:extLst>
              <a:ext uri="{FF2B5EF4-FFF2-40B4-BE49-F238E27FC236}">
                <a16:creationId xmlns:a16="http://schemas.microsoft.com/office/drawing/2014/main" id="{45CD4EB1-899D-69D5-B68A-A13C28E3C369}"/>
              </a:ext>
            </a:extLst>
          </p:cNvPr>
          <p:cNvSpPr>
            <a:spLocks noGrp="1"/>
          </p:cNvSpPr>
          <p:nvPr>
            <p:ph type="ftr" sz="quarter" idx="18"/>
          </p:nvPr>
        </p:nvSpPr>
        <p:spPr/>
        <p:txBody>
          <a:bodyPr/>
          <a:lstStyle/>
          <a:p>
            <a:r>
              <a:rPr lang="en-US"/>
              <a:t>Confidential</a:t>
            </a:r>
          </a:p>
        </p:txBody>
      </p:sp>
      <p:sp>
        <p:nvSpPr>
          <p:cNvPr id="15" name="Slide Number Placeholder 14">
            <a:extLst>
              <a:ext uri="{FF2B5EF4-FFF2-40B4-BE49-F238E27FC236}">
                <a16:creationId xmlns:a16="http://schemas.microsoft.com/office/drawing/2014/main" id="{79212FC1-0F7F-A2CA-2E9F-382538416972}"/>
              </a:ext>
            </a:extLst>
          </p:cNvPr>
          <p:cNvSpPr>
            <a:spLocks noGrp="1"/>
          </p:cNvSpPr>
          <p:nvPr>
            <p:ph type="sldNum" sz="quarter" idx="19"/>
          </p:nvPr>
        </p:nvSpPr>
        <p:spPr/>
        <p:txBody>
          <a:bodyPr/>
          <a:lstStyle/>
          <a:p>
            <a:fld id="{A82C3BC0-3EBF-3C4C-A3D8-795624EBC6AA}" type="slidenum">
              <a:rPr lang="en-US" smtClean="0"/>
              <a:pPr/>
              <a:t>‹#›</a:t>
            </a:fld>
            <a:endParaRPr lang="en-US"/>
          </a:p>
        </p:txBody>
      </p:sp>
      <p:sp>
        <p:nvSpPr>
          <p:cNvPr id="20" name="Text Placeholder 14">
            <a:extLst>
              <a:ext uri="{FF2B5EF4-FFF2-40B4-BE49-F238E27FC236}">
                <a16:creationId xmlns:a16="http://schemas.microsoft.com/office/drawing/2014/main" id="{78C11CA2-827E-BD85-97BE-C068E3B3F44E}"/>
              </a:ext>
            </a:extLst>
          </p:cNvPr>
          <p:cNvSpPr>
            <a:spLocks noGrp="1"/>
          </p:cNvSpPr>
          <p:nvPr>
            <p:ph type="body" sz="quarter" idx="22"/>
          </p:nvPr>
        </p:nvSpPr>
        <p:spPr>
          <a:xfrm>
            <a:off x="372667" y="4943790"/>
            <a:ext cx="3961838" cy="996637"/>
          </a:xfrm>
        </p:spPr>
        <p:txBody>
          <a:bodyPr anchor="t" anchorCtr="0"/>
          <a:lstStyle>
            <a:lvl1pPr>
              <a:defRPr sz="1500"/>
            </a:lvl1pPr>
            <a:lvl2pPr marL="0" indent="0">
              <a:spcBef>
                <a:spcPts val="225"/>
              </a:spcBef>
              <a:buNone/>
              <a:defRPr sz="1200"/>
            </a:lvl2pPr>
            <a:lvl3pPr marL="10716" indent="0">
              <a:buNone/>
              <a:tabLst/>
              <a:defRPr sz="1000"/>
            </a:lvl3pPr>
          </a:lstStyle>
          <a:p>
            <a:pPr lvl="0"/>
            <a:r>
              <a:rPr lang="en-US"/>
              <a:t>Click to edit Master text styles</a:t>
            </a:r>
          </a:p>
          <a:p>
            <a:pPr lvl="1"/>
            <a:r>
              <a:rPr lang="en-US"/>
              <a:t>Second level</a:t>
            </a:r>
          </a:p>
          <a:p>
            <a:pPr lvl="2"/>
            <a:r>
              <a:rPr lang="en-US"/>
              <a:t>Third level</a:t>
            </a:r>
          </a:p>
        </p:txBody>
      </p:sp>
      <p:sp>
        <p:nvSpPr>
          <p:cNvPr id="21" name="Text Placeholder 14">
            <a:extLst>
              <a:ext uri="{FF2B5EF4-FFF2-40B4-BE49-F238E27FC236}">
                <a16:creationId xmlns:a16="http://schemas.microsoft.com/office/drawing/2014/main" id="{CA81639A-6EEF-8C45-D37F-5F692DCAFC8C}"/>
              </a:ext>
            </a:extLst>
          </p:cNvPr>
          <p:cNvSpPr>
            <a:spLocks noGrp="1"/>
          </p:cNvSpPr>
          <p:nvPr>
            <p:ph type="body" sz="quarter" idx="23"/>
          </p:nvPr>
        </p:nvSpPr>
        <p:spPr>
          <a:xfrm>
            <a:off x="4808198" y="4943790"/>
            <a:ext cx="3961838" cy="996637"/>
          </a:xfrm>
        </p:spPr>
        <p:txBody>
          <a:bodyPr anchor="t" anchorCtr="0"/>
          <a:lstStyle>
            <a:lvl1pPr>
              <a:defRPr sz="1500"/>
            </a:lvl1pPr>
            <a:lvl2pPr marL="0" indent="0">
              <a:spcBef>
                <a:spcPts val="225"/>
              </a:spcBef>
              <a:buNone/>
              <a:defRPr sz="1200"/>
            </a:lvl2pPr>
            <a:lvl3pPr marL="10716" indent="0">
              <a:buNone/>
              <a:tabLst/>
              <a:defRPr sz="1000"/>
            </a:lvl3pPr>
          </a:lstStyle>
          <a:p>
            <a:pPr lvl="0"/>
            <a:r>
              <a:rPr lang="en-US"/>
              <a:t>Click to edit Master text styles</a:t>
            </a:r>
          </a:p>
          <a:p>
            <a:pPr lvl="1"/>
            <a:r>
              <a:rPr lang="en-US"/>
              <a:t>Second level</a:t>
            </a:r>
          </a:p>
          <a:p>
            <a:pPr lvl="2"/>
            <a:r>
              <a:rPr lang="en-US"/>
              <a:t>Third level</a:t>
            </a:r>
          </a:p>
        </p:txBody>
      </p:sp>
      <p:sp>
        <p:nvSpPr>
          <p:cNvPr id="2" name="Picture Placeholder 9">
            <a:extLst>
              <a:ext uri="{FF2B5EF4-FFF2-40B4-BE49-F238E27FC236}">
                <a16:creationId xmlns:a16="http://schemas.microsoft.com/office/drawing/2014/main" id="{01CB028A-48AF-70A5-BA64-AF3F7DD06696}"/>
              </a:ext>
            </a:extLst>
          </p:cNvPr>
          <p:cNvSpPr>
            <a:spLocks noGrp="1"/>
          </p:cNvSpPr>
          <p:nvPr>
            <p:ph type="pic" sz="quarter" idx="24" hasCustomPrompt="1"/>
          </p:nvPr>
        </p:nvSpPr>
        <p:spPr>
          <a:xfrm>
            <a:off x="372668" y="1642391"/>
            <a:ext cx="2405943" cy="3206700"/>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1500"/>
            </a:lvl1pPr>
          </a:lstStyle>
          <a:p>
            <a:r>
              <a:rPr lang="en-US" dirty="0"/>
              <a:t>Insert Headshot</a:t>
            </a:r>
          </a:p>
        </p:txBody>
      </p:sp>
      <p:sp>
        <p:nvSpPr>
          <p:cNvPr id="4" name="Picture Placeholder 9">
            <a:extLst>
              <a:ext uri="{FF2B5EF4-FFF2-40B4-BE49-F238E27FC236}">
                <a16:creationId xmlns:a16="http://schemas.microsoft.com/office/drawing/2014/main" id="{606CD22D-DF6E-EE14-9D06-2CD7299A1E96}"/>
              </a:ext>
            </a:extLst>
          </p:cNvPr>
          <p:cNvSpPr>
            <a:spLocks noGrp="1"/>
          </p:cNvSpPr>
          <p:nvPr>
            <p:ph type="pic" sz="quarter" idx="25" hasCustomPrompt="1"/>
          </p:nvPr>
        </p:nvSpPr>
        <p:spPr>
          <a:xfrm>
            <a:off x="4808198" y="1642391"/>
            <a:ext cx="2405943" cy="3206700"/>
          </a:xfrm>
          <a:prstGeom prst="roundRect">
            <a:avLst>
              <a:gd name="adj" fmla="val 2317"/>
            </a:avLst>
          </a:prstGeom>
          <a:ln w="12700">
            <a:gradFill>
              <a:gsLst>
                <a:gs pos="1000">
                  <a:schemeClr val="accent2"/>
                </a:gs>
                <a:gs pos="100000">
                  <a:schemeClr val="accent3"/>
                </a:gs>
              </a:gsLst>
              <a:lin ang="0" scaled="0"/>
            </a:gradFill>
          </a:ln>
        </p:spPr>
        <p:txBody>
          <a:bodyPr bIns="914400" anchor="ctr" anchorCtr="0"/>
          <a:lstStyle>
            <a:lvl1pPr algn="ctr">
              <a:defRPr sz="1500"/>
            </a:lvl1pPr>
          </a:lstStyle>
          <a:p>
            <a:r>
              <a:rPr lang="en-US" dirty="0"/>
              <a:t>Insert Headshot</a:t>
            </a:r>
          </a:p>
        </p:txBody>
      </p:sp>
      <p:sp>
        <p:nvSpPr>
          <p:cNvPr id="12" name="Rectangle 11">
            <a:extLst>
              <a:ext uri="{FF2B5EF4-FFF2-40B4-BE49-F238E27FC236}">
                <a16:creationId xmlns:a16="http://schemas.microsoft.com/office/drawing/2014/main" id="{0D787091-8031-393E-F2FF-96DA46E37456}"/>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8" name="Text Placeholder 7">
            <a:extLst>
              <a:ext uri="{FF2B5EF4-FFF2-40B4-BE49-F238E27FC236}">
                <a16:creationId xmlns:a16="http://schemas.microsoft.com/office/drawing/2014/main" id="{5CB00B5D-3CA2-ECD7-3202-950AD3BB1CCB}"/>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5" name="Group 4">
            <a:extLst>
              <a:ext uri="{FF2B5EF4-FFF2-40B4-BE49-F238E27FC236}">
                <a16:creationId xmlns:a16="http://schemas.microsoft.com/office/drawing/2014/main" id="{693550F9-3DA8-2506-6BF8-B57C867C7D1B}"/>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A5635AA1-51F0-9501-B0D6-F7F020ADD93A}"/>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163A730E-ABBE-1934-9CC2-CAB87B640A33}"/>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46007189-558C-20C4-1C54-F49144C4D642}"/>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04F2F05-0126-B20C-2B1E-8889DAA3E0F6}"/>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BDB2A67-83BD-2A84-4720-591E0FAC74C0}"/>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F4804D9-8525-5B71-E536-5FAAA4777BCA}"/>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27CE6D8-3B9C-7D8E-6EA6-4A36601038D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32DD2133-16FB-5E45-0833-7271CE61440E}"/>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0A4B592-1AAD-0DD7-2060-A77CB2160DE7}"/>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51271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eadshot Grid Large Whi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6" y="640080"/>
            <a:ext cx="8390334" cy="328304"/>
          </a:xfrm>
        </p:spPr>
        <p:txBody>
          <a:bodyPr/>
          <a:lstStyle/>
          <a:p>
            <a:r>
              <a:rPr lang="en-US" dirty="0"/>
              <a:t>Headshot Grid Large White</a:t>
            </a:r>
          </a:p>
        </p:txBody>
      </p:sp>
      <p:sp>
        <p:nvSpPr>
          <p:cNvPr id="10" name="Date Placeholder 9">
            <a:extLst>
              <a:ext uri="{FF2B5EF4-FFF2-40B4-BE49-F238E27FC236}">
                <a16:creationId xmlns:a16="http://schemas.microsoft.com/office/drawing/2014/main" id="{A61B1734-EF81-68DC-0EF9-DD52A1954133}"/>
              </a:ext>
            </a:extLst>
          </p:cNvPr>
          <p:cNvSpPr>
            <a:spLocks noGrp="1"/>
          </p:cNvSpPr>
          <p:nvPr>
            <p:ph type="dt" sz="half" idx="34"/>
          </p:nvPr>
        </p:nvSpPr>
        <p:spPr/>
        <p:txBody>
          <a:bodyPr/>
          <a:lstStyle/>
          <a:p>
            <a:fld id="{90549630-A089-0642-BB99-C1E24E529E87}" type="datetime1">
              <a:rPr lang="en-US" smtClean="0"/>
              <a:t>5/26/2026</a:t>
            </a:fld>
            <a:endParaRPr lang="en-US"/>
          </a:p>
        </p:txBody>
      </p:sp>
      <p:sp>
        <p:nvSpPr>
          <p:cNvPr id="11" name="Footer Placeholder 10">
            <a:extLst>
              <a:ext uri="{FF2B5EF4-FFF2-40B4-BE49-F238E27FC236}">
                <a16:creationId xmlns:a16="http://schemas.microsoft.com/office/drawing/2014/main" id="{55928C7A-4DE4-A6F7-B935-3718D2EB92AF}"/>
              </a:ext>
            </a:extLst>
          </p:cNvPr>
          <p:cNvSpPr>
            <a:spLocks noGrp="1"/>
          </p:cNvSpPr>
          <p:nvPr>
            <p:ph type="ftr" sz="quarter" idx="35"/>
          </p:nvPr>
        </p:nvSpPr>
        <p:spPr/>
        <p:txBody>
          <a:bodyPr/>
          <a:lstStyle/>
          <a:p>
            <a:r>
              <a:rPr lang="en-US"/>
              <a:t>Confidential</a:t>
            </a:r>
          </a:p>
        </p:txBody>
      </p:sp>
      <p:sp>
        <p:nvSpPr>
          <p:cNvPr id="12" name="Slide Number Placeholder 11">
            <a:extLst>
              <a:ext uri="{FF2B5EF4-FFF2-40B4-BE49-F238E27FC236}">
                <a16:creationId xmlns:a16="http://schemas.microsoft.com/office/drawing/2014/main" id="{56E653A7-AA98-B7C2-D78D-FAAC936AC470}"/>
              </a:ext>
            </a:extLst>
          </p:cNvPr>
          <p:cNvSpPr>
            <a:spLocks noGrp="1"/>
          </p:cNvSpPr>
          <p:nvPr>
            <p:ph type="sldNum" sz="quarter" idx="36"/>
          </p:nvPr>
        </p:nvSpPr>
        <p:spPr/>
        <p:txBody>
          <a:bodyPr/>
          <a:lstStyle/>
          <a:p>
            <a:fld id="{A82C3BC0-3EBF-3C4C-A3D8-795624EBC6AA}" type="slidenum">
              <a:rPr lang="en-US" smtClean="0"/>
              <a:pPr/>
              <a:t>‹#›</a:t>
            </a:fld>
            <a:endParaRPr lang="en-US"/>
          </a:p>
        </p:txBody>
      </p:sp>
      <p:sp>
        <p:nvSpPr>
          <p:cNvPr id="34" name="Text Placeholder 33">
            <a:extLst>
              <a:ext uri="{FF2B5EF4-FFF2-40B4-BE49-F238E27FC236}">
                <a16:creationId xmlns:a16="http://schemas.microsoft.com/office/drawing/2014/main" id="{8CCC8867-7993-3F7D-9290-1D7DACBAC053}"/>
              </a:ext>
            </a:extLst>
          </p:cNvPr>
          <p:cNvSpPr>
            <a:spLocks noGrp="1"/>
          </p:cNvSpPr>
          <p:nvPr>
            <p:ph type="body" sz="quarter" idx="37" hasCustomPrompt="1"/>
          </p:nvPr>
        </p:nvSpPr>
        <p:spPr>
          <a:xfrm>
            <a:off x="372666" y="2981186"/>
            <a:ext cx="1227534" cy="193851"/>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35" name="Text Placeholder 33">
            <a:extLst>
              <a:ext uri="{FF2B5EF4-FFF2-40B4-BE49-F238E27FC236}">
                <a16:creationId xmlns:a16="http://schemas.microsoft.com/office/drawing/2014/main" id="{0812701D-5631-FA5F-19F1-E182DA2079D5}"/>
              </a:ext>
            </a:extLst>
          </p:cNvPr>
          <p:cNvSpPr>
            <a:spLocks noGrp="1"/>
          </p:cNvSpPr>
          <p:nvPr>
            <p:ph type="body" sz="quarter" idx="38" hasCustomPrompt="1"/>
          </p:nvPr>
        </p:nvSpPr>
        <p:spPr>
          <a:xfrm>
            <a:off x="2161732" y="2981186"/>
            <a:ext cx="1227534" cy="193851"/>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36" name="Text Placeholder 33">
            <a:extLst>
              <a:ext uri="{FF2B5EF4-FFF2-40B4-BE49-F238E27FC236}">
                <a16:creationId xmlns:a16="http://schemas.microsoft.com/office/drawing/2014/main" id="{481AA0A2-1531-D714-5F94-E996E871C220}"/>
              </a:ext>
            </a:extLst>
          </p:cNvPr>
          <p:cNvSpPr>
            <a:spLocks noGrp="1"/>
          </p:cNvSpPr>
          <p:nvPr>
            <p:ph type="body" sz="quarter" idx="39" hasCustomPrompt="1"/>
          </p:nvPr>
        </p:nvSpPr>
        <p:spPr>
          <a:xfrm>
            <a:off x="3950796" y="2981186"/>
            <a:ext cx="1227534" cy="193851"/>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37" name="Text Placeholder 33">
            <a:extLst>
              <a:ext uri="{FF2B5EF4-FFF2-40B4-BE49-F238E27FC236}">
                <a16:creationId xmlns:a16="http://schemas.microsoft.com/office/drawing/2014/main" id="{26813852-FBA5-03EB-4A53-9A56497D236C}"/>
              </a:ext>
            </a:extLst>
          </p:cNvPr>
          <p:cNvSpPr>
            <a:spLocks noGrp="1"/>
          </p:cNvSpPr>
          <p:nvPr>
            <p:ph type="body" sz="quarter" idx="40" hasCustomPrompt="1"/>
          </p:nvPr>
        </p:nvSpPr>
        <p:spPr>
          <a:xfrm>
            <a:off x="5739862" y="2981186"/>
            <a:ext cx="1227534" cy="193851"/>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38" name="Text Placeholder 33">
            <a:extLst>
              <a:ext uri="{FF2B5EF4-FFF2-40B4-BE49-F238E27FC236}">
                <a16:creationId xmlns:a16="http://schemas.microsoft.com/office/drawing/2014/main" id="{2BA94844-6DED-A0BA-D9FD-A11F88A8BB8C}"/>
              </a:ext>
            </a:extLst>
          </p:cNvPr>
          <p:cNvSpPr>
            <a:spLocks noGrp="1"/>
          </p:cNvSpPr>
          <p:nvPr>
            <p:ph type="body" sz="quarter" idx="41" hasCustomPrompt="1"/>
          </p:nvPr>
        </p:nvSpPr>
        <p:spPr>
          <a:xfrm>
            <a:off x="7528925" y="2981186"/>
            <a:ext cx="1227534" cy="193851"/>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39" name="Text Placeholder 33">
            <a:extLst>
              <a:ext uri="{FF2B5EF4-FFF2-40B4-BE49-F238E27FC236}">
                <a16:creationId xmlns:a16="http://schemas.microsoft.com/office/drawing/2014/main" id="{8CF36D89-288D-B603-A63E-7CE2EA8D2359}"/>
              </a:ext>
            </a:extLst>
          </p:cNvPr>
          <p:cNvSpPr>
            <a:spLocks noGrp="1"/>
          </p:cNvSpPr>
          <p:nvPr>
            <p:ph type="body" sz="quarter" idx="42" hasCustomPrompt="1"/>
          </p:nvPr>
        </p:nvSpPr>
        <p:spPr>
          <a:xfrm>
            <a:off x="372666" y="5225981"/>
            <a:ext cx="1227534" cy="193852"/>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40" name="Text Placeholder 33">
            <a:extLst>
              <a:ext uri="{FF2B5EF4-FFF2-40B4-BE49-F238E27FC236}">
                <a16:creationId xmlns:a16="http://schemas.microsoft.com/office/drawing/2014/main" id="{5F5E5D80-83D7-35F7-FE91-BBB861BCC8BD}"/>
              </a:ext>
            </a:extLst>
          </p:cNvPr>
          <p:cNvSpPr>
            <a:spLocks noGrp="1"/>
          </p:cNvSpPr>
          <p:nvPr>
            <p:ph type="body" sz="quarter" idx="43" hasCustomPrompt="1"/>
          </p:nvPr>
        </p:nvSpPr>
        <p:spPr>
          <a:xfrm>
            <a:off x="2161732" y="5225981"/>
            <a:ext cx="1227534" cy="193852"/>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41" name="Text Placeholder 33">
            <a:extLst>
              <a:ext uri="{FF2B5EF4-FFF2-40B4-BE49-F238E27FC236}">
                <a16:creationId xmlns:a16="http://schemas.microsoft.com/office/drawing/2014/main" id="{54B868EF-E709-68E3-A27B-D6AA5EBD71B6}"/>
              </a:ext>
            </a:extLst>
          </p:cNvPr>
          <p:cNvSpPr>
            <a:spLocks noGrp="1"/>
          </p:cNvSpPr>
          <p:nvPr>
            <p:ph type="body" sz="quarter" idx="44" hasCustomPrompt="1"/>
          </p:nvPr>
        </p:nvSpPr>
        <p:spPr>
          <a:xfrm>
            <a:off x="3950796" y="5225981"/>
            <a:ext cx="1227534" cy="193852"/>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42" name="Text Placeholder 33">
            <a:extLst>
              <a:ext uri="{FF2B5EF4-FFF2-40B4-BE49-F238E27FC236}">
                <a16:creationId xmlns:a16="http://schemas.microsoft.com/office/drawing/2014/main" id="{72BF15DF-A1D7-B5D2-221D-C0505D1B5B17}"/>
              </a:ext>
            </a:extLst>
          </p:cNvPr>
          <p:cNvSpPr>
            <a:spLocks noGrp="1"/>
          </p:cNvSpPr>
          <p:nvPr>
            <p:ph type="body" sz="quarter" idx="45" hasCustomPrompt="1"/>
          </p:nvPr>
        </p:nvSpPr>
        <p:spPr>
          <a:xfrm>
            <a:off x="5739862" y="5225981"/>
            <a:ext cx="1227534" cy="193852"/>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4" name="Picture Placeholder 9">
            <a:extLst>
              <a:ext uri="{FF2B5EF4-FFF2-40B4-BE49-F238E27FC236}">
                <a16:creationId xmlns:a16="http://schemas.microsoft.com/office/drawing/2014/main" id="{0251E7F3-B848-AB93-D3EE-D27A4D380AFC}"/>
              </a:ext>
            </a:extLst>
          </p:cNvPr>
          <p:cNvSpPr>
            <a:spLocks noGrp="1"/>
          </p:cNvSpPr>
          <p:nvPr>
            <p:ph type="pic" sz="quarter" idx="48" hasCustomPrompt="1"/>
          </p:nvPr>
        </p:nvSpPr>
        <p:spPr>
          <a:xfrm>
            <a:off x="372668" y="1642394"/>
            <a:ext cx="1234440"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5" name="Picture Placeholder 9">
            <a:extLst>
              <a:ext uri="{FF2B5EF4-FFF2-40B4-BE49-F238E27FC236}">
                <a16:creationId xmlns:a16="http://schemas.microsoft.com/office/drawing/2014/main" id="{245A1E59-652E-5464-D5AF-89D83E266F88}"/>
              </a:ext>
            </a:extLst>
          </p:cNvPr>
          <p:cNvSpPr>
            <a:spLocks noGrp="1"/>
          </p:cNvSpPr>
          <p:nvPr>
            <p:ph type="pic" sz="quarter" idx="49" hasCustomPrompt="1"/>
          </p:nvPr>
        </p:nvSpPr>
        <p:spPr>
          <a:xfrm>
            <a:off x="2161733" y="1642394"/>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7" name="Picture Placeholder 9">
            <a:extLst>
              <a:ext uri="{FF2B5EF4-FFF2-40B4-BE49-F238E27FC236}">
                <a16:creationId xmlns:a16="http://schemas.microsoft.com/office/drawing/2014/main" id="{719F992B-C025-9C4B-BE80-27D6A3B8F439}"/>
              </a:ext>
            </a:extLst>
          </p:cNvPr>
          <p:cNvSpPr>
            <a:spLocks noGrp="1"/>
          </p:cNvSpPr>
          <p:nvPr>
            <p:ph type="pic" sz="quarter" idx="50" hasCustomPrompt="1"/>
          </p:nvPr>
        </p:nvSpPr>
        <p:spPr>
          <a:xfrm>
            <a:off x="3943171" y="1642394"/>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8" name="Picture Placeholder 9">
            <a:extLst>
              <a:ext uri="{FF2B5EF4-FFF2-40B4-BE49-F238E27FC236}">
                <a16:creationId xmlns:a16="http://schemas.microsoft.com/office/drawing/2014/main" id="{1F0ECBED-9F55-B342-BB2A-D851172220FF}"/>
              </a:ext>
            </a:extLst>
          </p:cNvPr>
          <p:cNvSpPr>
            <a:spLocks noGrp="1"/>
          </p:cNvSpPr>
          <p:nvPr>
            <p:ph type="pic" sz="quarter" idx="51" hasCustomPrompt="1"/>
          </p:nvPr>
        </p:nvSpPr>
        <p:spPr>
          <a:xfrm>
            <a:off x="5732236" y="1642394"/>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9" name="Picture Placeholder 9">
            <a:extLst>
              <a:ext uri="{FF2B5EF4-FFF2-40B4-BE49-F238E27FC236}">
                <a16:creationId xmlns:a16="http://schemas.microsoft.com/office/drawing/2014/main" id="{6ACFD96C-EE6C-14D4-E340-46722C31D3EB}"/>
              </a:ext>
            </a:extLst>
          </p:cNvPr>
          <p:cNvSpPr>
            <a:spLocks noGrp="1"/>
          </p:cNvSpPr>
          <p:nvPr>
            <p:ph type="pic" sz="quarter" idx="52" hasCustomPrompt="1"/>
          </p:nvPr>
        </p:nvSpPr>
        <p:spPr>
          <a:xfrm>
            <a:off x="7525113" y="1642394"/>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17" name="Picture Placeholder 9">
            <a:extLst>
              <a:ext uri="{FF2B5EF4-FFF2-40B4-BE49-F238E27FC236}">
                <a16:creationId xmlns:a16="http://schemas.microsoft.com/office/drawing/2014/main" id="{D5344D37-0CBA-7ACE-DAAF-3260E7778DB8}"/>
              </a:ext>
            </a:extLst>
          </p:cNvPr>
          <p:cNvSpPr>
            <a:spLocks noGrp="1"/>
          </p:cNvSpPr>
          <p:nvPr>
            <p:ph type="pic" sz="quarter" idx="53" hasCustomPrompt="1"/>
          </p:nvPr>
        </p:nvSpPr>
        <p:spPr>
          <a:xfrm>
            <a:off x="372668" y="3887191"/>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18" name="Picture Placeholder 9">
            <a:extLst>
              <a:ext uri="{FF2B5EF4-FFF2-40B4-BE49-F238E27FC236}">
                <a16:creationId xmlns:a16="http://schemas.microsoft.com/office/drawing/2014/main" id="{0806F732-2146-8259-0092-C5E49316A667}"/>
              </a:ext>
            </a:extLst>
          </p:cNvPr>
          <p:cNvSpPr>
            <a:spLocks noGrp="1"/>
          </p:cNvSpPr>
          <p:nvPr>
            <p:ph type="pic" sz="quarter" idx="54" hasCustomPrompt="1"/>
          </p:nvPr>
        </p:nvSpPr>
        <p:spPr>
          <a:xfrm>
            <a:off x="2161733" y="3887191"/>
            <a:ext cx="1234440"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19" name="Picture Placeholder 9">
            <a:extLst>
              <a:ext uri="{FF2B5EF4-FFF2-40B4-BE49-F238E27FC236}">
                <a16:creationId xmlns:a16="http://schemas.microsoft.com/office/drawing/2014/main" id="{C0733722-2FC7-09FD-2D5B-BD43847A7D46}"/>
              </a:ext>
            </a:extLst>
          </p:cNvPr>
          <p:cNvSpPr>
            <a:spLocks noGrp="1"/>
          </p:cNvSpPr>
          <p:nvPr>
            <p:ph type="pic" sz="quarter" idx="55" hasCustomPrompt="1"/>
          </p:nvPr>
        </p:nvSpPr>
        <p:spPr>
          <a:xfrm>
            <a:off x="3943171" y="3887191"/>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20" name="Picture Placeholder 9">
            <a:extLst>
              <a:ext uri="{FF2B5EF4-FFF2-40B4-BE49-F238E27FC236}">
                <a16:creationId xmlns:a16="http://schemas.microsoft.com/office/drawing/2014/main" id="{EC3A65E1-316A-320D-CE9D-4487234C236B}"/>
              </a:ext>
            </a:extLst>
          </p:cNvPr>
          <p:cNvSpPr>
            <a:spLocks noGrp="1"/>
          </p:cNvSpPr>
          <p:nvPr>
            <p:ph type="pic" sz="quarter" idx="56" hasCustomPrompt="1"/>
          </p:nvPr>
        </p:nvSpPr>
        <p:spPr>
          <a:xfrm>
            <a:off x="5732236" y="3887191"/>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21" name="Picture Placeholder 9">
            <a:extLst>
              <a:ext uri="{FF2B5EF4-FFF2-40B4-BE49-F238E27FC236}">
                <a16:creationId xmlns:a16="http://schemas.microsoft.com/office/drawing/2014/main" id="{7ACBC840-3A70-7207-6C6C-D33509BE4C41}"/>
              </a:ext>
            </a:extLst>
          </p:cNvPr>
          <p:cNvSpPr>
            <a:spLocks noGrp="1"/>
          </p:cNvSpPr>
          <p:nvPr>
            <p:ph type="pic" sz="quarter" idx="57" hasCustomPrompt="1"/>
          </p:nvPr>
        </p:nvSpPr>
        <p:spPr>
          <a:xfrm>
            <a:off x="7525113" y="3887191"/>
            <a:ext cx="1235161" cy="1234440"/>
          </a:xfrm>
          <a:prstGeom prst="roundRect">
            <a:avLst>
              <a:gd name="adj" fmla="val 4631"/>
            </a:avLst>
          </a:prstGeom>
          <a:noFill/>
          <a:ln w="12700">
            <a:gradFill>
              <a:gsLst>
                <a:gs pos="0">
                  <a:schemeClr val="accent2"/>
                </a:gs>
                <a:gs pos="100000">
                  <a:schemeClr val="accent3"/>
                </a:gs>
              </a:gsLst>
              <a:lin ang="0" scaled="0"/>
            </a:gradFill>
          </a:ln>
        </p:spPr>
        <p:txBody>
          <a:bodyPr vert="horz" lIns="0" tIns="0" rIns="0" bIns="822960" rtlCol="0" anchor="ctr" anchorCtr="1">
            <a:noAutofit/>
          </a:bodyPr>
          <a:lstStyle>
            <a:lvl1pPr>
              <a:defRPr lang="en-US" sz="900" dirty="0"/>
            </a:lvl1pPr>
          </a:lstStyle>
          <a:p>
            <a:pPr lvl="0" algn="ctr"/>
            <a:r>
              <a:rPr lang="en-US" dirty="0"/>
              <a:t>Insert headshot</a:t>
            </a:r>
          </a:p>
        </p:txBody>
      </p:sp>
      <p:sp>
        <p:nvSpPr>
          <p:cNvPr id="27" name="Rectangle 26">
            <a:extLst>
              <a:ext uri="{FF2B5EF4-FFF2-40B4-BE49-F238E27FC236}">
                <a16:creationId xmlns:a16="http://schemas.microsoft.com/office/drawing/2014/main" id="{7867F9B4-F48B-3CE2-5013-33DA005B45F5}"/>
              </a:ext>
            </a:extLst>
          </p:cNvPr>
          <p:cNvSpPr/>
          <p:nvPr userDrawn="1"/>
        </p:nvSpPr>
        <p:spPr>
          <a:xfrm>
            <a:off x="0" y="6802244"/>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a:spcBef>
                <a:spcPts val="675"/>
              </a:spcBef>
            </a:pPr>
            <a:endParaRPr lang="en-US" sz="1500" b="0" i="0" dirty="0">
              <a:latin typeface="Spectrum Sans" panose="020B0502020503020304" pitchFamily="34" charset="0"/>
              <a:cs typeface="Spectrum Sans" panose="020B0502020503020304" pitchFamily="34" charset="0"/>
            </a:endParaRPr>
          </a:p>
        </p:txBody>
      </p:sp>
      <p:sp>
        <p:nvSpPr>
          <p:cNvPr id="22" name="Text Placeholder 7">
            <a:extLst>
              <a:ext uri="{FF2B5EF4-FFF2-40B4-BE49-F238E27FC236}">
                <a16:creationId xmlns:a16="http://schemas.microsoft.com/office/drawing/2014/main" id="{0B8B3009-C016-C46A-EA59-00A31503308C}"/>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28" name="Text Placeholder 33">
            <a:extLst>
              <a:ext uri="{FF2B5EF4-FFF2-40B4-BE49-F238E27FC236}">
                <a16:creationId xmlns:a16="http://schemas.microsoft.com/office/drawing/2014/main" id="{FFEB4CC3-4BC6-26AC-037D-0369AFF2DA50}"/>
              </a:ext>
            </a:extLst>
          </p:cNvPr>
          <p:cNvSpPr>
            <a:spLocks noGrp="1"/>
          </p:cNvSpPr>
          <p:nvPr>
            <p:ph type="body" sz="quarter" idx="58" hasCustomPrompt="1"/>
          </p:nvPr>
        </p:nvSpPr>
        <p:spPr>
          <a:xfrm>
            <a:off x="7527671" y="5225981"/>
            <a:ext cx="1227534" cy="193852"/>
          </a:xfrm>
        </p:spPr>
        <p:txBody>
          <a:bodyPr/>
          <a:lstStyle>
            <a:lvl1pPr>
              <a:spcBef>
                <a:spcPts val="0"/>
              </a:spcBef>
              <a:defRPr sz="825">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FirstName </a:t>
            </a:r>
            <a:r>
              <a:rPr lang="en-US" dirty="0" err="1"/>
              <a:t>LastName</a:t>
            </a:r>
            <a:endParaRPr lang="en-US" dirty="0"/>
          </a:p>
        </p:txBody>
      </p:sp>
      <p:sp>
        <p:nvSpPr>
          <p:cNvPr id="29" name="Text Placeholder 33">
            <a:extLst>
              <a:ext uri="{FF2B5EF4-FFF2-40B4-BE49-F238E27FC236}">
                <a16:creationId xmlns:a16="http://schemas.microsoft.com/office/drawing/2014/main" id="{2EBB1911-EE48-5409-DC1D-8D59B407E6F8}"/>
              </a:ext>
            </a:extLst>
          </p:cNvPr>
          <p:cNvSpPr>
            <a:spLocks noGrp="1"/>
          </p:cNvSpPr>
          <p:nvPr>
            <p:ph type="body" sz="quarter" idx="59" hasCustomPrompt="1"/>
          </p:nvPr>
        </p:nvSpPr>
        <p:spPr>
          <a:xfrm>
            <a:off x="372666" y="3227128"/>
            <a:ext cx="1227534" cy="193851"/>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30" name="Text Placeholder 33">
            <a:extLst>
              <a:ext uri="{FF2B5EF4-FFF2-40B4-BE49-F238E27FC236}">
                <a16:creationId xmlns:a16="http://schemas.microsoft.com/office/drawing/2014/main" id="{692E0EFF-DEF7-6C5E-849C-63A9EFF09184}"/>
              </a:ext>
            </a:extLst>
          </p:cNvPr>
          <p:cNvSpPr>
            <a:spLocks noGrp="1"/>
          </p:cNvSpPr>
          <p:nvPr>
            <p:ph type="body" sz="quarter" idx="60" hasCustomPrompt="1"/>
          </p:nvPr>
        </p:nvSpPr>
        <p:spPr>
          <a:xfrm>
            <a:off x="2161732" y="3227128"/>
            <a:ext cx="1227534" cy="193851"/>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31" name="Text Placeholder 33">
            <a:extLst>
              <a:ext uri="{FF2B5EF4-FFF2-40B4-BE49-F238E27FC236}">
                <a16:creationId xmlns:a16="http://schemas.microsoft.com/office/drawing/2014/main" id="{3A0A7782-5451-0DFA-FC8F-450248A5FAAA}"/>
              </a:ext>
            </a:extLst>
          </p:cNvPr>
          <p:cNvSpPr>
            <a:spLocks noGrp="1"/>
          </p:cNvSpPr>
          <p:nvPr>
            <p:ph type="body" sz="quarter" idx="61" hasCustomPrompt="1"/>
          </p:nvPr>
        </p:nvSpPr>
        <p:spPr>
          <a:xfrm>
            <a:off x="3950796" y="3227128"/>
            <a:ext cx="1227534" cy="193851"/>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32" name="Text Placeholder 33">
            <a:extLst>
              <a:ext uri="{FF2B5EF4-FFF2-40B4-BE49-F238E27FC236}">
                <a16:creationId xmlns:a16="http://schemas.microsoft.com/office/drawing/2014/main" id="{51888105-6F7E-53F5-5F3B-83C41E754250}"/>
              </a:ext>
            </a:extLst>
          </p:cNvPr>
          <p:cNvSpPr>
            <a:spLocks noGrp="1"/>
          </p:cNvSpPr>
          <p:nvPr>
            <p:ph type="body" sz="quarter" idx="62" hasCustomPrompt="1"/>
          </p:nvPr>
        </p:nvSpPr>
        <p:spPr>
          <a:xfrm>
            <a:off x="5739862" y="3227128"/>
            <a:ext cx="1227534" cy="193851"/>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33" name="Text Placeholder 33">
            <a:extLst>
              <a:ext uri="{FF2B5EF4-FFF2-40B4-BE49-F238E27FC236}">
                <a16:creationId xmlns:a16="http://schemas.microsoft.com/office/drawing/2014/main" id="{9DC5B133-A273-A9E4-0215-3122A077F8F0}"/>
              </a:ext>
            </a:extLst>
          </p:cNvPr>
          <p:cNvSpPr>
            <a:spLocks noGrp="1"/>
          </p:cNvSpPr>
          <p:nvPr>
            <p:ph type="body" sz="quarter" idx="63" hasCustomPrompt="1"/>
          </p:nvPr>
        </p:nvSpPr>
        <p:spPr>
          <a:xfrm>
            <a:off x="7528925" y="3227128"/>
            <a:ext cx="1227534" cy="193851"/>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44" name="Text Placeholder 33">
            <a:extLst>
              <a:ext uri="{FF2B5EF4-FFF2-40B4-BE49-F238E27FC236}">
                <a16:creationId xmlns:a16="http://schemas.microsoft.com/office/drawing/2014/main" id="{DD6FC51A-79D3-AA29-9BFE-3F300B070DA0}"/>
              </a:ext>
            </a:extLst>
          </p:cNvPr>
          <p:cNvSpPr>
            <a:spLocks noGrp="1"/>
          </p:cNvSpPr>
          <p:nvPr>
            <p:ph type="body" sz="quarter" idx="64" hasCustomPrompt="1"/>
          </p:nvPr>
        </p:nvSpPr>
        <p:spPr>
          <a:xfrm>
            <a:off x="372666" y="5471923"/>
            <a:ext cx="1227534" cy="193852"/>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45" name="Text Placeholder 33">
            <a:extLst>
              <a:ext uri="{FF2B5EF4-FFF2-40B4-BE49-F238E27FC236}">
                <a16:creationId xmlns:a16="http://schemas.microsoft.com/office/drawing/2014/main" id="{8FFEB120-71D7-9F75-BBF9-5D7AE95B932E}"/>
              </a:ext>
            </a:extLst>
          </p:cNvPr>
          <p:cNvSpPr>
            <a:spLocks noGrp="1"/>
          </p:cNvSpPr>
          <p:nvPr>
            <p:ph type="body" sz="quarter" idx="65" hasCustomPrompt="1"/>
          </p:nvPr>
        </p:nvSpPr>
        <p:spPr>
          <a:xfrm>
            <a:off x="2161732" y="5471923"/>
            <a:ext cx="1227534" cy="193852"/>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46" name="Text Placeholder 33">
            <a:extLst>
              <a:ext uri="{FF2B5EF4-FFF2-40B4-BE49-F238E27FC236}">
                <a16:creationId xmlns:a16="http://schemas.microsoft.com/office/drawing/2014/main" id="{E1EBA7BB-CAC2-F4A3-FDC9-4207E726D032}"/>
              </a:ext>
            </a:extLst>
          </p:cNvPr>
          <p:cNvSpPr>
            <a:spLocks noGrp="1"/>
          </p:cNvSpPr>
          <p:nvPr>
            <p:ph type="body" sz="quarter" idx="66" hasCustomPrompt="1"/>
          </p:nvPr>
        </p:nvSpPr>
        <p:spPr>
          <a:xfrm>
            <a:off x="3950796" y="5471923"/>
            <a:ext cx="1227534" cy="193852"/>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47" name="Text Placeholder 33">
            <a:extLst>
              <a:ext uri="{FF2B5EF4-FFF2-40B4-BE49-F238E27FC236}">
                <a16:creationId xmlns:a16="http://schemas.microsoft.com/office/drawing/2014/main" id="{F1EE0C34-F736-C0E8-46FB-A10F54DF69F6}"/>
              </a:ext>
            </a:extLst>
          </p:cNvPr>
          <p:cNvSpPr>
            <a:spLocks noGrp="1"/>
          </p:cNvSpPr>
          <p:nvPr>
            <p:ph type="body" sz="quarter" idx="67" hasCustomPrompt="1"/>
          </p:nvPr>
        </p:nvSpPr>
        <p:spPr>
          <a:xfrm>
            <a:off x="5739862" y="5471923"/>
            <a:ext cx="1227534" cy="193852"/>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sp>
        <p:nvSpPr>
          <p:cNvPr id="48" name="Text Placeholder 33">
            <a:extLst>
              <a:ext uri="{FF2B5EF4-FFF2-40B4-BE49-F238E27FC236}">
                <a16:creationId xmlns:a16="http://schemas.microsoft.com/office/drawing/2014/main" id="{C65D0C15-7829-8197-9404-CA86031815BB}"/>
              </a:ext>
            </a:extLst>
          </p:cNvPr>
          <p:cNvSpPr>
            <a:spLocks noGrp="1"/>
          </p:cNvSpPr>
          <p:nvPr>
            <p:ph type="body" sz="quarter" idx="68" hasCustomPrompt="1"/>
          </p:nvPr>
        </p:nvSpPr>
        <p:spPr>
          <a:xfrm>
            <a:off x="7527671" y="5471923"/>
            <a:ext cx="1227534" cy="193852"/>
          </a:xfrm>
        </p:spPr>
        <p:txBody>
          <a:bodyPr/>
          <a:lstStyle>
            <a:lvl1pPr>
              <a:spcBef>
                <a:spcPts val="0"/>
              </a:spcBef>
              <a:defRPr sz="600">
                <a:solidFill>
                  <a:schemeClr val="accent1"/>
                </a:solidFill>
              </a:defRPr>
            </a:lvl1pPr>
            <a:lvl2pPr marL="0" indent="0">
              <a:spcBef>
                <a:spcPts val="0"/>
              </a:spcBef>
              <a:buNone/>
              <a:defRPr sz="825"/>
            </a:lvl2pPr>
            <a:lvl3pPr marL="132157" indent="0">
              <a:spcBef>
                <a:spcPts val="0"/>
              </a:spcBef>
              <a:buNone/>
              <a:defRPr sz="825"/>
            </a:lvl3pPr>
          </a:lstStyle>
          <a:p>
            <a:pPr lvl="0"/>
            <a:r>
              <a:rPr lang="en-US" dirty="0"/>
              <a:t>Title</a:t>
            </a:r>
          </a:p>
        </p:txBody>
      </p:sp>
      <p:grpSp>
        <p:nvGrpSpPr>
          <p:cNvPr id="2" name="Group 1">
            <a:extLst>
              <a:ext uri="{FF2B5EF4-FFF2-40B4-BE49-F238E27FC236}">
                <a16:creationId xmlns:a16="http://schemas.microsoft.com/office/drawing/2014/main" id="{F15DE73B-B194-E505-D48C-8ED99C834FA7}"/>
              </a:ext>
            </a:extLst>
          </p:cNvPr>
          <p:cNvGrpSpPr/>
          <p:nvPr userDrawn="1"/>
        </p:nvGrpSpPr>
        <p:grpSpPr>
          <a:xfrm>
            <a:off x="7877516" y="6374712"/>
            <a:ext cx="892520" cy="186437"/>
            <a:chOff x="10615642" y="6334107"/>
            <a:chExt cx="1079469" cy="225489"/>
          </a:xfrm>
        </p:grpSpPr>
        <p:sp>
          <p:nvSpPr>
            <p:cNvPr id="6" name="Freeform 5">
              <a:extLst>
                <a:ext uri="{FF2B5EF4-FFF2-40B4-BE49-F238E27FC236}">
                  <a16:creationId xmlns:a16="http://schemas.microsoft.com/office/drawing/2014/main" id="{83ED2991-BDF6-0588-ACF5-7FBF7BDA546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6276830-B10E-E96B-D85E-EE583E42CD8B}"/>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A9BA566-9A7E-ECED-D6E2-795E1143BCC3}"/>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3B6B831-00B3-A254-1147-C0AF7C002C31}"/>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215F14E-4B1D-B8B1-DEB4-00F538F5C155}"/>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D556D44-F2A6-90E0-E28A-87DCDAB1B1D9}"/>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D6BE172-44D7-FFDC-CB5F-47C1E780237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B5B62114-33A7-CB0E-BF01-A09AC04EA2BD}"/>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FFC8B361-B53B-5207-FF43-20679C492FA6}"/>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45234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Headshot Grid Large White">
    <p:spTree>
      <p:nvGrpSpPr>
        <p:cNvPr id="1" name=""/>
        <p:cNvGrpSpPr/>
        <p:nvPr/>
      </p:nvGrpSpPr>
      <p:grpSpPr>
        <a:xfrm>
          <a:off x="0" y="0"/>
          <a:ext cx="0" cy="0"/>
          <a:chOff x="0" y="0"/>
          <a:chExt cx="0" cy="0"/>
        </a:xfrm>
      </p:grpSpPr>
      <p:sp>
        <p:nvSpPr>
          <p:cNvPr id="2" name="Text Placeholder 133">
            <a:extLst>
              <a:ext uri="{FF2B5EF4-FFF2-40B4-BE49-F238E27FC236}">
                <a16:creationId xmlns:a16="http://schemas.microsoft.com/office/drawing/2014/main" id="{865128B4-88EF-90AC-7221-5CEEC0C3F4FE}"/>
              </a:ext>
            </a:extLst>
          </p:cNvPr>
          <p:cNvSpPr>
            <a:spLocks noGrp="1"/>
          </p:cNvSpPr>
          <p:nvPr>
            <p:ph type="body" sz="quarter" idx="171"/>
          </p:nvPr>
        </p:nvSpPr>
        <p:spPr>
          <a:xfrm>
            <a:off x="2857367" y="2121160"/>
            <a:ext cx="5379" cy="365760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4" name="Text Placeholder 133">
            <a:extLst>
              <a:ext uri="{FF2B5EF4-FFF2-40B4-BE49-F238E27FC236}">
                <a16:creationId xmlns:a16="http://schemas.microsoft.com/office/drawing/2014/main" id="{D9EAD33A-38FC-19E5-AEA0-93E6EA1E147A}"/>
              </a:ext>
            </a:extLst>
          </p:cNvPr>
          <p:cNvSpPr>
            <a:spLocks noGrp="1"/>
          </p:cNvSpPr>
          <p:nvPr>
            <p:ph type="body" sz="quarter" idx="172"/>
          </p:nvPr>
        </p:nvSpPr>
        <p:spPr>
          <a:xfrm>
            <a:off x="4567385" y="1846642"/>
            <a:ext cx="5379" cy="365760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640080"/>
            <a:ext cx="8390965" cy="328304"/>
          </a:xfrm>
        </p:spPr>
        <p:txBody>
          <a:bodyPr/>
          <a:lstStyle/>
          <a:p>
            <a:r>
              <a:rPr lang="en-US" dirty="0"/>
              <a:t>Org Chart 1</a:t>
            </a:r>
          </a:p>
        </p:txBody>
      </p:sp>
      <p:sp>
        <p:nvSpPr>
          <p:cNvPr id="10" name="Date Placeholder 9">
            <a:extLst>
              <a:ext uri="{FF2B5EF4-FFF2-40B4-BE49-F238E27FC236}">
                <a16:creationId xmlns:a16="http://schemas.microsoft.com/office/drawing/2014/main" id="{A61B1734-EF81-68DC-0EF9-DD52A1954133}"/>
              </a:ext>
            </a:extLst>
          </p:cNvPr>
          <p:cNvSpPr>
            <a:spLocks noGrp="1"/>
          </p:cNvSpPr>
          <p:nvPr>
            <p:ph type="dt" sz="half" idx="34"/>
          </p:nvPr>
        </p:nvSpPr>
        <p:spPr/>
        <p:txBody>
          <a:bodyPr/>
          <a:lstStyle/>
          <a:p>
            <a:fld id="{21D8A736-F4DB-DB4F-952C-2A2E612F0425}" type="datetime1">
              <a:rPr lang="en-US" smtClean="0"/>
              <a:t>5/26/2026</a:t>
            </a:fld>
            <a:endParaRPr lang="en-US"/>
          </a:p>
        </p:txBody>
      </p:sp>
      <p:sp>
        <p:nvSpPr>
          <p:cNvPr id="11" name="Footer Placeholder 10">
            <a:extLst>
              <a:ext uri="{FF2B5EF4-FFF2-40B4-BE49-F238E27FC236}">
                <a16:creationId xmlns:a16="http://schemas.microsoft.com/office/drawing/2014/main" id="{55928C7A-4DE4-A6F7-B935-3718D2EB92AF}"/>
              </a:ext>
            </a:extLst>
          </p:cNvPr>
          <p:cNvSpPr>
            <a:spLocks noGrp="1"/>
          </p:cNvSpPr>
          <p:nvPr>
            <p:ph type="ftr" sz="quarter" idx="35"/>
          </p:nvPr>
        </p:nvSpPr>
        <p:spPr/>
        <p:txBody>
          <a:bodyPr/>
          <a:lstStyle/>
          <a:p>
            <a:r>
              <a:rPr lang="en-US"/>
              <a:t>Confidential</a:t>
            </a:r>
          </a:p>
        </p:txBody>
      </p:sp>
      <p:sp>
        <p:nvSpPr>
          <p:cNvPr id="12" name="Slide Number Placeholder 11">
            <a:extLst>
              <a:ext uri="{FF2B5EF4-FFF2-40B4-BE49-F238E27FC236}">
                <a16:creationId xmlns:a16="http://schemas.microsoft.com/office/drawing/2014/main" id="{56E653A7-AA98-B7C2-D78D-FAAC936AC470}"/>
              </a:ext>
            </a:extLst>
          </p:cNvPr>
          <p:cNvSpPr>
            <a:spLocks noGrp="1"/>
          </p:cNvSpPr>
          <p:nvPr>
            <p:ph type="sldNum" sz="quarter" idx="36"/>
          </p:nvPr>
        </p:nvSpPr>
        <p:spPr/>
        <p:txBody>
          <a:bodyPr/>
          <a:lstStyle/>
          <a:p>
            <a:fld id="{A82C3BC0-3EBF-3C4C-A3D8-795624EBC6AA}" type="slidenum">
              <a:rPr lang="en-US" smtClean="0"/>
              <a:pPr/>
              <a:t>‹#›</a:t>
            </a:fld>
            <a:endParaRPr lang="en-US"/>
          </a:p>
        </p:txBody>
      </p:sp>
      <p:sp>
        <p:nvSpPr>
          <p:cNvPr id="27" name="Rectangle 26">
            <a:extLst>
              <a:ext uri="{FF2B5EF4-FFF2-40B4-BE49-F238E27FC236}">
                <a16:creationId xmlns:a16="http://schemas.microsoft.com/office/drawing/2014/main" id="{7867F9B4-F48B-3CE2-5013-33DA005B45F5}"/>
              </a:ext>
            </a:extLst>
          </p:cNvPr>
          <p:cNvSpPr/>
          <p:nvPr userDrawn="1"/>
        </p:nvSpPr>
        <p:spPr>
          <a:xfrm>
            <a:off x="0" y="6802245"/>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618" tIns="29809" rIns="59618" bIns="29809" numCol="1" spcCol="0" rtlCol="0" fromWordArt="0" anchor="t" anchorCtr="0" forceAA="0" compatLnSpc="1">
            <a:prstTxWarp prst="textNoShape">
              <a:avLst/>
            </a:prstTxWarp>
            <a:noAutofit/>
          </a:bodyPr>
          <a:lstStyle/>
          <a:p>
            <a:pPr algn="ctr">
              <a:spcBef>
                <a:spcPts val="587"/>
              </a:spcBef>
            </a:pPr>
            <a:endParaRPr lang="en-US" sz="1304" b="0" i="0" dirty="0">
              <a:latin typeface="Spectrum Sans" panose="020B0502020503020304" pitchFamily="34" charset="0"/>
              <a:cs typeface="Spectrum Sans" panose="020B0502020503020304" pitchFamily="34" charset="0"/>
            </a:endParaRPr>
          </a:p>
        </p:txBody>
      </p:sp>
      <p:sp>
        <p:nvSpPr>
          <p:cNvPr id="134" name="Text Placeholder 133">
            <a:extLst>
              <a:ext uri="{FF2B5EF4-FFF2-40B4-BE49-F238E27FC236}">
                <a16:creationId xmlns:a16="http://schemas.microsoft.com/office/drawing/2014/main" id="{3B05B602-CE6A-4CD3-F760-4F8B9B94D514}"/>
              </a:ext>
            </a:extLst>
          </p:cNvPr>
          <p:cNvSpPr>
            <a:spLocks noGrp="1"/>
          </p:cNvSpPr>
          <p:nvPr>
            <p:ph type="body" sz="quarter" idx="144"/>
          </p:nvPr>
        </p:nvSpPr>
        <p:spPr>
          <a:xfrm>
            <a:off x="1144661" y="2121160"/>
            <a:ext cx="5379" cy="365760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7" name="Text Placeholder 133">
            <a:extLst>
              <a:ext uri="{FF2B5EF4-FFF2-40B4-BE49-F238E27FC236}">
                <a16:creationId xmlns:a16="http://schemas.microsoft.com/office/drawing/2014/main" id="{F4078F31-0B96-9894-4295-A6CDC08F15DF}"/>
              </a:ext>
            </a:extLst>
          </p:cNvPr>
          <p:cNvSpPr>
            <a:spLocks noGrp="1"/>
          </p:cNvSpPr>
          <p:nvPr>
            <p:ph type="body" sz="quarter" idx="147"/>
          </p:nvPr>
        </p:nvSpPr>
        <p:spPr>
          <a:xfrm>
            <a:off x="6283358" y="2121160"/>
            <a:ext cx="5379" cy="365760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8" name="Text Placeholder 133">
            <a:extLst>
              <a:ext uri="{FF2B5EF4-FFF2-40B4-BE49-F238E27FC236}">
                <a16:creationId xmlns:a16="http://schemas.microsoft.com/office/drawing/2014/main" id="{140A1965-7651-8F28-425E-8C73907E10F6}"/>
              </a:ext>
            </a:extLst>
          </p:cNvPr>
          <p:cNvSpPr>
            <a:spLocks noGrp="1"/>
          </p:cNvSpPr>
          <p:nvPr>
            <p:ph type="body" sz="quarter" idx="148"/>
          </p:nvPr>
        </p:nvSpPr>
        <p:spPr>
          <a:xfrm>
            <a:off x="7983451" y="2121160"/>
            <a:ext cx="5379" cy="365760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9" name="Text Placeholder 133">
            <a:extLst>
              <a:ext uri="{FF2B5EF4-FFF2-40B4-BE49-F238E27FC236}">
                <a16:creationId xmlns:a16="http://schemas.microsoft.com/office/drawing/2014/main" id="{EC7858EC-4B5F-6369-7BB9-FDCC615F8018}"/>
              </a:ext>
            </a:extLst>
          </p:cNvPr>
          <p:cNvSpPr>
            <a:spLocks noGrp="1"/>
          </p:cNvSpPr>
          <p:nvPr>
            <p:ph type="body" sz="quarter" idx="149"/>
          </p:nvPr>
        </p:nvSpPr>
        <p:spPr>
          <a:xfrm rot="5400000">
            <a:off x="4565818" y="-1295615"/>
            <a:ext cx="6235" cy="6839786"/>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91" name="Text Placeholder 33">
            <a:extLst>
              <a:ext uri="{FF2B5EF4-FFF2-40B4-BE49-F238E27FC236}">
                <a16:creationId xmlns:a16="http://schemas.microsoft.com/office/drawing/2014/main" id="{6C38BDC3-7F61-C653-152C-BDA060B288B9}"/>
              </a:ext>
            </a:extLst>
          </p:cNvPr>
          <p:cNvSpPr>
            <a:spLocks noGrp="1"/>
          </p:cNvSpPr>
          <p:nvPr>
            <p:ph type="body" sz="quarter" idx="104" hasCustomPrompt="1"/>
          </p:nvPr>
        </p:nvSpPr>
        <p:spPr>
          <a:xfrm>
            <a:off x="372666" y="2341017"/>
            <a:ext cx="1554746" cy="592289"/>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105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750"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92" name="Text Placeholder 33">
            <a:extLst>
              <a:ext uri="{FF2B5EF4-FFF2-40B4-BE49-F238E27FC236}">
                <a16:creationId xmlns:a16="http://schemas.microsoft.com/office/drawing/2014/main" id="{FFD57903-F462-5609-93A2-775F44C23DB6}"/>
              </a:ext>
            </a:extLst>
          </p:cNvPr>
          <p:cNvSpPr>
            <a:spLocks noGrp="1"/>
          </p:cNvSpPr>
          <p:nvPr>
            <p:ph type="body" sz="quarter" idx="105" hasCustomPrompt="1"/>
          </p:nvPr>
        </p:nvSpPr>
        <p:spPr>
          <a:xfrm>
            <a:off x="2082684" y="2341017"/>
            <a:ext cx="1554746" cy="592289"/>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1050" b="0" i="0" kern="1200" dirty="0" smtClean="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75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3" name="Text Placeholder 33">
            <a:extLst>
              <a:ext uri="{FF2B5EF4-FFF2-40B4-BE49-F238E27FC236}">
                <a16:creationId xmlns:a16="http://schemas.microsoft.com/office/drawing/2014/main" id="{1AAD7081-41CC-17DB-F206-480C77E25EB1}"/>
              </a:ext>
            </a:extLst>
          </p:cNvPr>
          <p:cNvSpPr>
            <a:spLocks noGrp="1"/>
          </p:cNvSpPr>
          <p:nvPr>
            <p:ph type="body" sz="quarter" idx="106" hasCustomPrompt="1"/>
          </p:nvPr>
        </p:nvSpPr>
        <p:spPr>
          <a:xfrm>
            <a:off x="3792703" y="2341017"/>
            <a:ext cx="1554746" cy="592289"/>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105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75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4" name="Text Placeholder 33">
            <a:extLst>
              <a:ext uri="{FF2B5EF4-FFF2-40B4-BE49-F238E27FC236}">
                <a16:creationId xmlns:a16="http://schemas.microsoft.com/office/drawing/2014/main" id="{14E701C4-1B51-5DBA-E971-265EFF1C1EFC}"/>
              </a:ext>
            </a:extLst>
          </p:cNvPr>
          <p:cNvSpPr>
            <a:spLocks noGrp="1"/>
          </p:cNvSpPr>
          <p:nvPr>
            <p:ph type="body" sz="quarter" idx="107" hasCustomPrompt="1"/>
          </p:nvPr>
        </p:nvSpPr>
        <p:spPr>
          <a:xfrm>
            <a:off x="5502720" y="2341017"/>
            <a:ext cx="1554746" cy="592289"/>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105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75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5" name="Text Placeholder 33">
            <a:extLst>
              <a:ext uri="{FF2B5EF4-FFF2-40B4-BE49-F238E27FC236}">
                <a16:creationId xmlns:a16="http://schemas.microsoft.com/office/drawing/2014/main" id="{E35B18E8-26A2-696D-4734-1EA1CE69DF3D}"/>
              </a:ext>
            </a:extLst>
          </p:cNvPr>
          <p:cNvSpPr>
            <a:spLocks noGrp="1"/>
          </p:cNvSpPr>
          <p:nvPr>
            <p:ph type="body" sz="quarter" idx="108" hasCustomPrompt="1"/>
          </p:nvPr>
        </p:nvSpPr>
        <p:spPr>
          <a:xfrm>
            <a:off x="7212738" y="2341017"/>
            <a:ext cx="1554746" cy="592289"/>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105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75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6" name="Text Placeholder 33">
            <a:extLst>
              <a:ext uri="{FF2B5EF4-FFF2-40B4-BE49-F238E27FC236}">
                <a16:creationId xmlns:a16="http://schemas.microsoft.com/office/drawing/2014/main" id="{737A9C6E-9627-EB7D-4644-10E52091218A}"/>
              </a:ext>
            </a:extLst>
          </p:cNvPr>
          <p:cNvSpPr>
            <a:spLocks noGrp="1"/>
          </p:cNvSpPr>
          <p:nvPr>
            <p:ph type="body" sz="quarter" idx="109" hasCustomPrompt="1"/>
          </p:nvPr>
        </p:nvSpPr>
        <p:spPr>
          <a:xfrm>
            <a:off x="645460" y="3135366"/>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03" name="Text Placeholder 33">
            <a:extLst>
              <a:ext uri="{FF2B5EF4-FFF2-40B4-BE49-F238E27FC236}">
                <a16:creationId xmlns:a16="http://schemas.microsoft.com/office/drawing/2014/main" id="{40EFEA83-4D5E-FD8A-E006-DC9A582C19B4}"/>
              </a:ext>
            </a:extLst>
          </p:cNvPr>
          <p:cNvSpPr>
            <a:spLocks noGrp="1"/>
          </p:cNvSpPr>
          <p:nvPr>
            <p:ph type="body" sz="quarter" idx="116" hasCustomPrompt="1"/>
          </p:nvPr>
        </p:nvSpPr>
        <p:spPr>
          <a:xfrm>
            <a:off x="2357719" y="3135366"/>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10" name="Text Placeholder 33">
            <a:extLst>
              <a:ext uri="{FF2B5EF4-FFF2-40B4-BE49-F238E27FC236}">
                <a16:creationId xmlns:a16="http://schemas.microsoft.com/office/drawing/2014/main" id="{1821D18B-14A3-0BB1-6403-AC65BFEA0732}"/>
              </a:ext>
            </a:extLst>
          </p:cNvPr>
          <p:cNvSpPr>
            <a:spLocks noGrp="1"/>
          </p:cNvSpPr>
          <p:nvPr>
            <p:ph type="body" sz="quarter" idx="123" hasCustomPrompt="1"/>
          </p:nvPr>
        </p:nvSpPr>
        <p:spPr>
          <a:xfrm>
            <a:off x="4069977" y="3135366"/>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17" name="Text Placeholder 33">
            <a:extLst>
              <a:ext uri="{FF2B5EF4-FFF2-40B4-BE49-F238E27FC236}">
                <a16:creationId xmlns:a16="http://schemas.microsoft.com/office/drawing/2014/main" id="{5BB97DC1-C348-F2D6-8ABE-0BB20DFA9FCB}"/>
              </a:ext>
            </a:extLst>
          </p:cNvPr>
          <p:cNvSpPr>
            <a:spLocks noGrp="1"/>
          </p:cNvSpPr>
          <p:nvPr>
            <p:ph type="body" sz="quarter" idx="130" hasCustomPrompt="1"/>
          </p:nvPr>
        </p:nvSpPr>
        <p:spPr>
          <a:xfrm>
            <a:off x="5773270" y="3135366"/>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24" name="Text Placeholder 33">
            <a:extLst>
              <a:ext uri="{FF2B5EF4-FFF2-40B4-BE49-F238E27FC236}">
                <a16:creationId xmlns:a16="http://schemas.microsoft.com/office/drawing/2014/main" id="{AC1CEEA8-5E7E-1451-E63F-C178A978F959}"/>
              </a:ext>
            </a:extLst>
          </p:cNvPr>
          <p:cNvSpPr>
            <a:spLocks noGrp="1"/>
          </p:cNvSpPr>
          <p:nvPr>
            <p:ph type="body" sz="quarter" idx="137" hasCustomPrompt="1"/>
          </p:nvPr>
        </p:nvSpPr>
        <p:spPr>
          <a:xfrm>
            <a:off x="7485529" y="3135366"/>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88" name="Text Placeholder 33">
            <a:extLst>
              <a:ext uri="{FF2B5EF4-FFF2-40B4-BE49-F238E27FC236}">
                <a16:creationId xmlns:a16="http://schemas.microsoft.com/office/drawing/2014/main" id="{75D04A3D-1C40-4245-B80A-4FBE90673A13}"/>
              </a:ext>
            </a:extLst>
          </p:cNvPr>
          <p:cNvSpPr>
            <a:spLocks noGrp="1"/>
          </p:cNvSpPr>
          <p:nvPr>
            <p:ph type="body" sz="quarter" idx="103" hasCustomPrompt="1"/>
          </p:nvPr>
        </p:nvSpPr>
        <p:spPr>
          <a:xfrm>
            <a:off x="3162157" y="1284674"/>
            <a:ext cx="2814554" cy="59591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135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900"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6" name="Text Placeholder 33">
            <a:extLst>
              <a:ext uri="{FF2B5EF4-FFF2-40B4-BE49-F238E27FC236}">
                <a16:creationId xmlns:a16="http://schemas.microsoft.com/office/drawing/2014/main" id="{64FB2E73-DC44-AEE7-A248-9A897D4EC3E0}"/>
              </a:ext>
            </a:extLst>
          </p:cNvPr>
          <p:cNvSpPr>
            <a:spLocks noGrp="1"/>
          </p:cNvSpPr>
          <p:nvPr>
            <p:ph type="body" sz="quarter" idx="151" hasCustomPrompt="1"/>
          </p:nvPr>
        </p:nvSpPr>
        <p:spPr>
          <a:xfrm>
            <a:off x="645460" y="369749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8" name="Text Placeholder 33">
            <a:extLst>
              <a:ext uri="{FF2B5EF4-FFF2-40B4-BE49-F238E27FC236}">
                <a16:creationId xmlns:a16="http://schemas.microsoft.com/office/drawing/2014/main" id="{53B04F63-7C46-A161-9C96-57813E728F0F}"/>
              </a:ext>
            </a:extLst>
          </p:cNvPr>
          <p:cNvSpPr>
            <a:spLocks noGrp="1"/>
          </p:cNvSpPr>
          <p:nvPr>
            <p:ph type="body" sz="quarter" idx="152" hasCustomPrompt="1"/>
          </p:nvPr>
        </p:nvSpPr>
        <p:spPr>
          <a:xfrm>
            <a:off x="2357719" y="369749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 name="Text Placeholder 33">
            <a:extLst>
              <a:ext uri="{FF2B5EF4-FFF2-40B4-BE49-F238E27FC236}">
                <a16:creationId xmlns:a16="http://schemas.microsoft.com/office/drawing/2014/main" id="{441DC918-C947-0F48-CA26-3EF6E0BE25B3}"/>
              </a:ext>
            </a:extLst>
          </p:cNvPr>
          <p:cNvSpPr>
            <a:spLocks noGrp="1"/>
          </p:cNvSpPr>
          <p:nvPr>
            <p:ph type="body" sz="quarter" idx="153" hasCustomPrompt="1"/>
          </p:nvPr>
        </p:nvSpPr>
        <p:spPr>
          <a:xfrm>
            <a:off x="4069977" y="369749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4" name="Text Placeholder 33">
            <a:extLst>
              <a:ext uri="{FF2B5EF4-FFF2-40B4-BE49-F238E27FC236}">
                <a16:creationId xmlns:a16="http://schemas.microsoft.com/office/drawing/2014/main" id="{96EE8DDC-B2BA-22ED-5D86-1F13EFF3C94A}"/>
              </a:ext>
            </a:extLst>
          </p:cNvPr>
          <p:cNvSpPr>
            <a:spLocks noGrp="1"/>
          </p:cNvSpPr>
          <p:nvPr>
            <p:ph type="body" sz="quarter" idx="154" hasCustomPrompt="1"/>
          </p:nvPr>
        </p:nvSpPr>
        <p:spPr>
          <a:xfrm>
            <a:off x="5773270" y="369749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5" name="Text Placeholder 33">
            <a:extLst>
              <a:ext uri="{FF2B5EF4-FFF2-40B4-BE49-F238E27FC236}">
                <a16:creationId xmlns:a16="http://schemas.microsoft.com/office/drawing/2014/main" id="{74C4AEEA-B16A-E9E4-09C5-280D8ED88F18}"/>
              </a:ext>
            </a:extLst>
          </p:cNvPr>
          <p:cNvSpPr>
            <a:spLocks noGrp="1"/>
          </p:cNvSpPr>
          <p:nvPr>
            <p:ph type="body" sz="quarter" idx="155" hasCustomPrompt="1"/>
          </p:nvPr>
        </p:nvSpPr>
        <p:spPr>
          <a:xfrm>
            <a:off x="7485529" y="369749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7" name="Text Placeholder 33">
            <a:extLst>
              <a:ext uri="{FF2B5EF4-FFF2-40B4-BE49-F238E27FC236}">
                <a16:creationId xmlns:a16="http://schemas.microsoft.com/office/drawing/2014/main" id="{FB892165-7850-F7F5-9413-B628E229F851}"/>
              </a:ext>
            </a:extLst>
          </p:cNvPr>
          <p:cNvSpPr>
            <a:spLocks noGrp="1"/>
          </p:cNvSpPr>
          <p:nvPr>
            <p:ph type="body" sz="quarter" idx="156" hasCustomPrompt="1"/>
          </p:nvPr>
        </p:nvSpPr>
        <p:spPr>
          <a:xfrm>
            <a:off x="645460" y="424940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8" name="Text Placeholder 33">
            <a:extLst>
              <a:ext uri="{FF2B5EF4-FFF2-40B4-BE49-F238E27FC236}">
                <a16:creationId xmlns:a16="http://schemas.microsoft.com/office/drawing/2014/main" id="{9FCB4367-C60E-E12E-4048-8BF242077669}"/>
              </a:ext>
            </a:extLst>
          </p:cNvPr>
          <p:cNvSpPr>
            <a:spLocks noGrp="1"/>
          </p:cNvSpPr>
          <p:nvPr>
            <p:ph type="body" sz="quarter" idx="157" hasCustomPrompt="1"/>
          </p:nvPr>
        </p:nvSpPr>
        <p:spPr>
          <a:xfrm>
            <a:off x="2357719" y="424940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19" name="Text Placeholder 33">
            <a:extLst>
              <a:ext uri="{FF2B5EF4-FFF2-40B4-BE49-F238E27FC236}">
                <a16:creationId xmlns:a16="http://schemas.microsoft.com/office/drawing/2014/main" id="{2C06F673-6DBB-DA2A-1E9F-9CEF2423D1F5}"/>
              </a:ext>
            </a:extLst>
          </p:cNvPr>
          <p:cNvSpPr>
            <a:spLocks noGrp="1"/>
          </p:cNvSpPr>
          <p:nvPr>
            <p:ph type="body" sz="quarter" idx="158" hasCustomPrompt="1"/>
          </p:nvPr>
        </p:nvSpPr>
        <p:spPr>
          <a:xfrm>
            <a:off x="4069977" y="424940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0" name="Text Placeholder 33">
            <a:extLst>
              <a:ext uri="{FF2B5EF4-FFF2-40B4-BE49-F238E27FC236}">
                <a16:creationId xmlns:a16="http://schemas.microsoft.com/office/drawing/2014/main" id="{13A94A09-E9F0-3208-8E0E-E32DA706D4D7}"/>
              </a:ext>
            </a:extLst>
          </p:cNvPr>
          <p:cNvSpPr>
            <a:spLocks noGrp="1"/>
          </p:cNvSpPr>
          <p:nvPr>
            <p:ph type="body" sz="quarter" idx="159" hasCustomPrompt="1"/>
          </p:nvPr>
        </p:nvSpPr>
        <p:spPr>
          <a:xfrm>
            <a:off x="5773270" y="424940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1" name="Text Placeholder 33">
            <a:extLst>
              <a:ext uri="{FF2B5EF4-FFF2-40B4-BE49-F238E27FC236}">
                <a16:creationId xmlns:a16="http://schemas.microsoft.com/office/drawing/2014/main" id="{CDA5B12A-C9D3-E31D-E6EA-05EBF93F3F02}"/>
              </a:ext>
            </a:extLst>
          </p:cNvPr>
          <p:cNvSpPr>
            <a:spLocks noGrp="1"/>
          </p:cNvSpPr>
          <p:nvPr>
            <p:ph type="body" sz="quarter" idx="160" hasCustomPrompt="1"/>
          </p:nvPr>
        </p:nvSpPr>
        <p:spPr>
          <a:xfrm>
            <a:off x="7485529" y="4249407"/>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5" name="Text Placeholder 33">
            <a:extLst>
              <a:ext uri="{FF2B5EF4-FFF2-40B4-BE49-F238E27FC236}">
                <a16:creationId xmlns:a16="http://schemas.microsoft.com/office/drawing/2014/main" id="{B175168C-8281-E441-DBD5-2E1E4969CB96}"/>
              </a:ext>
            </a:extLst>
          </p:cNvPr>
          <p:cNvSpPr>
            <a:spLocks noGrp="1"/>
          </p:cNvSpPr>
          <p:nvPr>
            <p:ph type="body" sz="quarter" idx="161" hasCustomPrompt="1"/>
          </p:nvPr>
        </p:nvSpPr>
        <p:spPr>
          <a:xfrm>
            <a:off x="645460" y="4811539"/>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6" name="Text Placeholder 33">
            <a:extLst>
              <a:ext uri="{FF2B5EF4-FFF2-40B4-BE49-F238E27FC236}">
                <a16:creationId xmlns:a16="http://schemas.microsoft.com/office/drawing/2014/main" id="{3F623CFE-172E-FF23-310C-EAED7F155DAE}"/>
              </a:ext>
            </a:extLst>
          </p:cNvPr>
          <p:cNvSpPr>
            <a:spLocks noGrp="1"/>
          </p:cNvSpPr>
          <p:nvPr>
            <p:ph type="body" sz="quarter" idx="162" hasCustomPrompt="1"/>
          </p:nvPr>
        </p:nvSpPr>
        <p:spPr>
          <a:xfrm>
            <a:off x="2357719" y="4811539"/>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4" name="Text Placeholder 33">
            <a:extLst>
              <a:ext uri="{FF2B5EF4-FFF2-40B4-BE49-F238E27FC236}">
                <a16:creationId xmlns:a16="http://schemas.microsoft.com/office/drawing/2014/main" id="{37EC082E-F8CC-1F95-7032-15D6DF298646}"/>
              </a:ext>
            </a:extLst>
          </p:cNvPr>
          <p:cNvSpPr>
            <a:spLocks noGrp="1"/>
          </p:cNvSpPr>
          <p:nvPr>
            <p:ph type="body" sz="quarter" idx="163" hasCustomPrompt="1"/>
          </p:nvPr>
        </p:nvSpPr>
        <p:spPr>
          <a:xfrm>
            <a:off x="4069977" y="4811539"/>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5" name="Text Placeholder 33">
            <a:extLst>
              <a:ext uri="{FF2B5EF4-FFF2-40B4-BE49-F238E27FC236}">
                <a16:creationId xmlns:a16="http://schemas.microsoft.com/office/drawing/2014/main" id="{9E6353CC-0B21-2070-7321-E0E1C9485FCF}"/>
              </a:ext>
            </a:extLst>
          </p:cNvPr>
          <p:cNvSpPr>
            <a:spLocks noGrp="1"/>
          </p:cNvSpPr>
          <p:nvPr>
            <p:ph type="body" sz="quarter" idx="164" hasCustomPrompt="1"/>
          </p:nvPr>
        </p:nvSpPr>
        <p:spPr>
          <a:xfrm>
            <a:off x="5773270" y="4811539"/>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6" name="Text Placeholder 33">
            <a:extLst>
              <a:ext uri="{FF2B5EF4-FFF2-40B4-BE49-F238E27FC236}">
                <a16:creationId xmlns:a16="http://schemas.microsoft.com/office/drawing/2014/main" id="{279F35EB-E358-D617-E951-F76D93337C61}"/>
              </a:ext>
            </a:extLst>
          </p:cNvPr>
          <p:cNvSpPr>
            <a:spLocks noGrp="1"/>
          </p:cNvSpPr>
          <p:nvPr>
            <p:ph type="body" sz="quarter" idx="165" hasCustomPrompt="1"/>
          </p:nvPr>
        </p:nvSpPr>
        <p:spPr>
          <a:xfrm>
            <a:off x="7485529" y="4811539"/>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2" name="Text Placeholder 33">
            <a:extLst>
              <a:ext uri="{FF2B5EF4-FFF2-40B4-BE49-F238E27FC236}">
                <a16:creationId xmlns:a16="http://schemas.microsoft.com/office/drawing/2014/main" id="{45423022-DC6B-11D1-4D34-9891D5AAEB8E}"/>
              </a:ext>
            </a:extLst>
          </p:cNvPr>
          <p:cNvSpPr>
            <a:spLocks noGrp="1"/>
          </p:cNvSpPr>
          <p:nvPr>
            <p:ph type="body" sz="quarter" idx="166" hasCustomPrompt="1"/>
          </p:nvPr>
        </p:nvSpPr>
        <p:spPr>
          <a:xfrm>
            <a:off x="645460" y="5381364"/>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3" name="Text Placeholder 33">
            <a:extLst>
              <a:ext uri="{FF2B5EF4-FFF2-40B4-BE49-F238E27FC236}">
                <a16:creationId xmlns:a16="http://schemas.microsoft.com/office/drawing/2014/main" id="{F36C6C09-A86D-BCC0-B136-A22F0F52866B}"/>
              </a:ext>
            </a:extLst>
          </p:cNvPr>
          <p:cNvSpPr>
            <a:spLocks noGrp="1"/>
          </p:cNvSpPr>
          <p:nvPr>
            <p:ph type="body" sz="quarter" idx="167" hasCustomPrompt="1"/>
          </p:nvPr>
        </p:nvSpPr>
        <p:spPr>
          <a:xfrm>
            <a:off x="2357719" y="5381364"/>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7" name="Text Placeholder 33">
            <a:extLst>
              <a:ext uri="{FF2B5EF4-FFF2-40B4-BE49-F238E27FC236}">
                <a16:creationId xmlns:a16="http://schemas.microsoft.com/office/drawing/2014/main" id="{B0E5AE1B-5686-65D1-ADE1-DDDF769DBA21}"/>
              </a:ext>
            </a:extLst>
          </p:cNvPr>
          <p:cNvSpPr>
            <a:spLocks noGrp="1"/>
          </p:cNvSpPr>
          <p:nvPr>
            <p:ph type="body" sz="quarter" idx="168" hasCustomPrompt="1"/>
          </p:nvPr>
        </p:nvSpPr>
        <p:spPr>
          <a:xfrm>
            <a:off x="4069977" y="5381364"/>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8" name="Text Placeholder 33">
            <a:extLst>
              <a:ext uri="{FF2B5EF4-FFF2-40B4-BE49-F238E27FC236}">
                <a16:creationId xmlns:a16="http://schemas.microsoft.com/office/drawing/2014/main" id="{46F3F6B5-E541-B820-63E1-7A5629D2CF77}"/>
              </a:ext>
            </a:extLst>
          </p:cNvPr>
          <p:cNvSpPr>
            <a:spLocks noGrp="1"/>
          </p:cNvSpPr>
          <p:nvPr>
            <p:ph type="body" sz="quarter" idx="169" hasCustomPrompt="1"/>
          </p:nvPr>
        </p:nvSpPr>
        <p:spPr>
          <a:xfrm>
            <a:off x="5773270" y="5381364"/>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9" name="Text Placeholder 33">
            <a:extLst>
              <a:ext uri="{FF2B5EF4-FFF2-40B4-BE49-F238E27FC236}">
                <a16:creationId xmlns:a16="http://schemas.microsoft.com/office/drawing/2014/main" id="{8F8F76EA-90A5-B928-0360-F96C318A5460}"/>
              </a:ext>
            </a:extLst>
          </p:cNvPr>
          <p:cNvSpPr>
            <a:spLocks noGrp="1"/>
          </p:cNvSpPr>
          <p:nvPr>
            <p:ph type="body" sz="quarter" idx="170" hasCustomPrompt="1"/>
          </p:nvPr>
        </p:nvSpPr>
        <p:spPr>
          <a:xfrm>
            <a:off x="7485529" y="5381364"/>
            <a:ext cx="1013012" cy="42139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2" name="Text Placeholder 7">
            <a:extLst>
              <a:ext uri="{FF2B5EF4-FFF2-40B4-BE49-F238E27FC236}">
                <a16:creationId xmlns:a16="http://schemas.microsoft.com/office/drawing/2014/main" id="{C96DA46D-5876-0D9E-6303-00CBF0C2B069}"/>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grpSp>
        <p:nvGrpSpPr>
          <p:cNvPr id="5" name="Group 4">
            <a:extLst>
              <a:ext uri="{FF2B5EF4-FFF2-40B4-BE49-F238E27FC236}">
                <a16:creationId xmlns:a16="http://schemas.microsoft.com/office/drawing/2014/main" id="{FD179DCE-6680-214C-A4E0-FF0336617AE3}"/>
              </a:ext>
            </a:extLst>
          </p:cNvPr>
          <p:cNvGrpSpPr/>
          <p:nvPr userDrawn="1"/>
        </p:nvGrpSpPr>
        <p:grpSpPr>
          <a:xfrm>
            <a:off x="7877516" y="6374712"/>
            <a:ext cx="892520" cy="186437"/>
            <a:chOff x="10615642" y="6334107"/>
            <a:chExt cx="1079469" cy="225489"/>
          </a:xfrm>
        </p:grpSpPr>
        <p:sp>
          <p:nvSpPr>
            <p:cNvPr id="7" name="Freeform 6">
              <a:extLst>
                <a:ext uri="{FF2B5EF4-FFF2-40B4-BE49-F238E27FC236}">
                  <a16:creationId xmlns:a16="http://schemas.microsoft.com/office/drawing/2014/main" id="{E955529D-3C35-B2C9-F0D8-080CD4836818}"/>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C06F873-9905-4C84-49AF-CC14E4BE7E93}"/>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8153DD67-1E82-6CE7-BCF7-27974C15786C}"/>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0C35A70-3CF8-94A8-7B02-41B170023E4A}"/>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B0ACA3D-62D2-6D06-D49B-8D191B417D52}"/>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9EDD4350-E23D-8D1A-7DFE-DBC7BC052901}"/>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20E9A80D-C856-8FFC-007E-4563380FE95A}"/>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D46EC784-E55B-B46D-0602-20B7FE242D30}"/>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4121BF9D-88B8-66D9-4BA6-2352E7D275BE}"/>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265403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Headshot Grid Large White">
    <p:spTree>
      <p:nvGrpSpPr>
        <p:cNvPr id="1" name=""/>
        <p:cNvGrpSpPr/>
        <p:nvPr/>
      </p:nvGrpSpPr>
      <p:grpSpPr>
        <a:xfrm>
          <a:off x="0" y="0"/>
          <a:ext cx="0" cy="0"/>
          <a:chOff x="0" y="0"/>
          <a:chExt cx="0" cy="0"/>
        </a:xfrm>
      </p:grpSpPr>
      <p:sp>
        <p:nvSpPr>
          <p:cNvPr id="134" name="Text Placeholder 133">
            <a:extLst>
              <a:ext uri="{FF2B5EF4-FFF2-40B4-BE49-F238E27FC236}">
                <a16:creationId xmlns:a16="http://schemas.microsoft.com/office/drawing/2014/main" id="{3B05B602-CE6A-4CD3-F760-4F8B9B94D514}"/>
              </a:ext>
            </a:extLst>
          </p:cNvPr>
          <p:cNvSpPr>
            <a:spLocks noGrp="1"/>
          </p:cNvSpPr>
          <p:nvPr>
            <p:ph type="body" sz="quarter" idx="144"/>
          </p:nvPr>
        </p:nvSpPr>
        <p:spPr>
          <a:xfrm>
            <a:off x="1144661" y="2523854"/>
            <a:ext cx="5379" cy="310896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5" name="Text Placeholder 133">
            <a:extLst>
              <a:ext uri="{FF2B5EF4-FFF2-40B4-BE49-F238E27FC236}">
                <a16:creationId xmlns:a16="http://schemas.microsoft.com/office/drawing/2014/main" id="{556A45FA-71D7-906A-D069-BEC20C5EC434}"/>
              </a:ext>
            </a:extLst>
          </p:cNvPr>
          <p:cNvSpPr>
            <a:spLocks noGrp="1"/>
          </p:cNvSpPr>
          <p:nvPr>
            <p:ph type="body" sz="quarter" idx="145"/>
          </p:nvPr>
        </p:nvSpPr>
        <p:spPr>
          <a:xfrm>
            <a:off x="2863964" y="2523854"/>
            <a:ext cx="5379" cy="310896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6" name="Text Placeholder 133">
            <a:extLst>
              <a:ext uri="{FF2B5EF4-FFF2-40B4-BE49-F238E27FC236}">
                <a16:creationId xmlns:a16="http://schemas.microsoft.com/office/drawing/2014/main" id="{3D6C2C1C-1477-EE7A-F69B-5EB0FD2F0162}"/>
              </a:ext>
            </a:extLst>
          </p:cNvPr>
          <p:cNvSpPr>
            <a:spLocks noGrp="1"/>
          </p:cNvSpPr>
          <p:nvPr>
            <p:ph type="body" sz="quarter" idx="146"/>
          </p:nvPr>
        </p:nvSpPr>
        <p:spPr>
          <a:xfrm>
            <a:off x="4564055" y="2523854"/>
            <a:ext cx="5379" cy="310896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7" name="Text Placeholder 133">
            <a:extLst>
              <a:ext uri="{FF2B5EF4-FFF2-40B4-BE49-F238E27FC236}">
                <a16:creationId xmlns:a16="http://schemas.microsoft.com/office/drawing/2014/main" id="{F4078F31-0B96-9894-4295-A6CDC08F15DF}"/>
              </a:ext>
            </a:extLst>
          </p:cNvPr>
          <p:cNvSpPr>
            <a:spLocks noGrp="1"/>
          </p:cNvSpPr>
          <p:nvPr>
            <p:ph type="body" sz="quarter" idx="147"/>
          </p:nvPr>
        </p:nvSpPr>
        <p:spPr>
          <a:xfrm>
            <a:off x="6283358" y="2523854"/>
            <a:ext cx="5379" cy="310896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38" name="Text Placeholder 133">
            <a:extLst>
              <a:ext uri="{FF2B5EF4-FFF2-40B4-BE49-F238E27FC236}">
                <a16:creationId xmlns:a16="http://schemas.microsoft.com/office/drawing/2014/main" id="{140A1965-7651-8F28-425E-8C73907E10F6}"/>
              </a:ext>
            </a:extLst>
          </p:cNvPr>
          <p:cNvSpPr>
            <a:spLocks noGrp="1"/>
          </p:cNvSpPr>
          <p:nvPr>
            <p:ph type="body" sz="quarter" idx="148"/>
          </p:nvPr>
        </p:nvSpPr>
        <p:spPr>
          <a:xfrm>
            <a:off x="7983451" y="2523854"/>
            <a:ext cx="5379" cy="3108960"/>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4" name="Picture Placeholder 9">
            <a:extLst>
              <a:ext uri="{FF2B5EF4-FFF2-40B4-BE49-F238E27FC236}">
                <a16:creationId xmlns:a16="http://schemas.microsoft.com/office/drawing/2014/main" id="{0251E7F3-B848-AB93-D3EE-D27A4D380AFC}"/>
              </a:ext>
            </a:extLst>
          </p:cNvPr>
          <p:cNvSpPr>
            <a:spLocks noGrp="1"/>
          </p:cNvSpPr>
          <p:nvPr>
            <p:ph type="pic" sz="quarter" idx="48" hasCustomPrompt="1"/>
          </p:nvPr>
        </p:nvSpPr>
        <p:spPr>
          <a:xfrm>
            <a:off x="803282" y="2638930"/>
            <a:ext cx="676656" cy="676656"/>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141" name="Picture Placeholder 9">
            <a:extLst>
              <a:ext uri="{FF2B5EF4-FFF2-40B4-BE49-F238E27FC236}">
                <a16:creationId xmlns:a16="http://schemas.microsoft.com/office/drawing/2014/main" id="{6A0A98CF-5B16-A541-278F-EF12C1FA7405}"/>
              </a:ext>
            </a:extLst>
          </p:cNvPr>
          <p:cNvSpPr>
            <a:spLocks noGrp="1"/>
          </p:cNvSpPr>
          <p:nvPr>
            <p:ph type="pic" sz="quarter" idx="151" hasCustomPrompt="1"/>
          </p:nvPr>
        </p:nvSpPr>
        <p:spPr>
          <a:xfrm>
            <a:off x="2522627" y="2638931"/>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142" name="Picture Placeholder 9">
            <a:extLst>
              <a:ext uri="{FF2B5EF4-FFF2-40B4-BE49-F238E27FC236}">
                <a16:creationId xmlns:a16="http://schemas.microsoft.com/office/drawing/2014/main" id="{E8522616-76D4-CE80-3756-3D45ABF10C62}"/>
              </a:ext>
            </a:extLst>
          </p:cNvPr>
          <p:cNvSpPr>
            <a:spLocks noGrp="1"/>
          </p:cNvSpPr>
          <p:nvPr>
            <p:ph type="pic" sz="quarter" idx="152" hasCustomPrompt="1"/>
          </p:nvPr>
        </p:nvSpPr>
        <p:spPr>
          <a:xfrm>
            <a:off x="4225087" y="2638931"/>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143" name="Picture Placeholder 9">
            <a:extLst>
              <a:ext uri="{FF2B5EF4-FFF2-40B4-BE49-F238E27FC236}">
                <a16:creationId xmlns:a16="http://schemas.microsoft.com/office/drawing/2014/main" id="{24CBF7C4-79C1-93A9-7914-5D277ED504F2}"/>
              </a:ext>
            </a:extLst>
          </p:cNvPr>
          <p:cNvSpPr>
            <a:spLocks noGrp="1"/>
          </p:cNvSpPr>
          <p:nvPr>
            <p:ph type="pic" sz="quarter" idx="153" hasCustomPrompt="1"/>
          </p:nvPr>
        </p:nvSpPr>
        <p:spPr>
          <a:xfrm>
            <a:off x="5941765" y="2638931"/>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144" name="Picture Placeholder 9">
            <a:extLst>
              <a:ext uri="{FF2B5EF4-FFF2-40B4-BE49-F238E27FC236}">
                <a16:creationId xmlns:a16="http://schemas.microsoft.com/office/drawing/2014/main" id="{BC4C59F7-30D1-883F-0397-69686825F238}"/>
              </a:ext>
            </a:extLst>
          </p:cNvPr>
          <p:cNvSpPr>
            <a:spLocks noGrp="1"/>
          </p:cNvSpPr>
          <p:nvPr>
            <p:ph type="pic" sz="quarter" idx="154" hasCustomPrompt="1"/>
          </p:nvPr>
        </p:nvSpPr>
        <p:spPr>
          <a:xfrm>
            <a:off x="7645123" y="2638931"/>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2667" y="640080"/>
            <a:ext cx="8401048" cy="328304"/>
          </a:xfrm>
        </p:spPr>
        <p:txBody>
          <a:bodyPr/>
          <a:lstStyle/>
          <a:p>
            <a:r>
              <a:rPr lang="en-US" dirty="0"/>
              <a:t>Org Chart 2</a:t>
            </a:r>
          </a:p>
        </p:txBody>
      </p:sp>
      <p:sp>
        <p:nvSpPr>
          <p:cNvPr id="10" name="Date Placeholder 9">
            <a:extLst>
              <a:ext uri="{FF2B5EF4-FFF2-40B4-BE49-F238E27FC236}">
                <a16:creationId xmlns:a16="http://schemas.microsoft.com/office/drawing/2014/main" id="{A61B1734-EF81-68DC-0EF9-DD52A1954133}"/>
              </a:ext>
            </a:extLst>
          </p:cNvPr>
          <p:cNvSpPr>
            <a:spLocks noGrp="1"/>
          </p:cNvSpPr>
          <p:nvPr>
            <p:ph type="dt" sz="half" idx="34"/>
          </p:nvPr>
        </p:nvSpPr>
        <p:spPr/>
        <p:txBody>
          <a:bodyPr/>
          <a:lstStyle/>
          <a:p>
            <a:fld id="{17145078-E1CC-964D-98CA-8E5FE0B6F9C1}" type="datetime1">
              <a:rPr lang="en-US" smtClean="0"/>
              <a:t>5/26/2026</a:t>
            </a:fld>
            <a:endParaRPr lang="en-US"/>
          </a:p>
        </p:txBody>
      </p:sp>
      <p:sp>
        <p:nvSpPr>
          <p:cNvPr id="11" name="Footer Placeholder 10">
            <a:extLst>
              <a:ext uri="{FF2B5EF4-FFF2-40B4-BE49-F238E27FC236}">
                <a16:creationId xmlns:a16="http://schemas.microsoft.com/office/drawing/2014/main" id="{55928C7A-4DE4-A6F7-B935-3718D2EB92AF}"/>
              </a:ext>
            </a:extLst>
          </p:cNvPr>
          <p:cNvSpPr>
            <a:spLocks noGrp="1"/>
          </p:cNvSpPr>
          <p:nvPr>
            <p:ph type="ftr" sz="quarter" idx="35"/>
          </p:nvPr>
        </p:nvSpPr>
        <p:spPr/>
        <p:txBody>
          <a:bodyPr/>
          <a:lstStyle/>
          <a:p>
            <a:r>
              <a:rPr lang="en-US"/>
              <a:t>Confidential</a:t>
            </a:r>
          </a:p>
        </p:txBody>
      </p:sp>
      <p:sp>
        <p:nvSpPr>
          <p:cNvPr id="12" name="Slide Number Placeholder 11">
            <a:extLst>
              <a:ext uri="{FF2B5EF4-FFF2-40B4-BE49-F238E27FC236}">
                <a16:creationId xmlns:a16="http://schemas.microsoft.com/office/drawing/2014/main" id="{56E653A7-AA98-B7C2-D78D-FAAC936AC470}"/>
              </a:ext>
            </a:extLst>
          </p:cNvPr>
          <p:cNvSpPr>
            <a:spLocks noGrp="1"/>
          </p:cNvSpPr>
          <p:nvPr>
            <p:ph type="sldNum" sz="quarter" idx="36"/>
          </p:nvPr>
        </p:nvSpPr>
        <p:spPr/>
        <p:txBody>
          <a:bodyPr/>
          <a:lstStyle/>
          <a:p>
            <a:fld id="{A82C3BC0-3EBF-3C4C-A3D8-795624EBC6AA}" type="slidenum">
              <a:rPr lang="en-US" smtClean="0"/>
              <a:pPr/>
              <a:t>‹#›</a:t>
            </a:fld>
            <a:endParaRPr lang="en-US"/>
          </a:p>
        </p:txBody>
      </p:sp>
      <p:sp>
        <p:nvSpPr>
          <p:cNvPr id="27" name="Rectangle 26">
            <a:extLst>
              <a:ext uri="{FF2B5EF4-FFF2-40B4-BE49-F238E27FC236}">
                <a16:creationId xmlns:a16="http://schemas.microsoft.com/office/drawing/2014/main" id="{7867F9B4-F48B-3CE2-5013-33DA005B45F5}"/>
              </a:ext>
            </a:extLst>
          </p:cNvPr>
          <p:cNvSpPr/>
          <p:nvPr userDrawn="1"/>
        </p:nvSpPr>
        <p:spPr>
          <a:xfrm>
            <a:off x="0" y="6802245"/>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618" tIns="29809" rIns="59618" bIns="29809" numCol="1" spcCol="0" rtlCol="0" fromWordArt="0" anchor="t" anchorCtr="0" forceAA="0" compatLnSpc="1">
            <a:prstTxWarp prst="textNoShape">
              <a:avLst/>
            </a:prstTxWarp>
            <a:noAutofit/>
          </a:bodyPr>
          <a:lstStyle/>
          <a:p>
            <a:pPr algn="ctr">
              <a:spcBef>
                <a:spcPts val="587"/>
              </a:spcBef>
            </a:pPr>
            <a:endParaRPr lang="en-US" sz="1304" b="0" i="0" dirty="0">
              <a:latin typeface="Spectrum Sans" panose="020B0502020503020304" pitchFamily="34" charset="0"/>
              <a:cs typeface="Spectrum Sans" panose="020B0502020503020304" pitchFamily="34" charset="0"/>
            </a:endParaRPr>
          </a:p>
        </p:txBody>
      </p:sp>
      <p:sp>
        <p:nvSpPr>
          <p:cNvPr id="139" name="Text Placeholder 133">
            <a:extLst>
              <a:ext uri="{FF2B5EF4-FFF2-40B4-BE49-F238E27FC236}">
                <a16:creationId xmlns:a16="http://schemas.microsoft.com/office/drawing/2014/main" id="{EC7858EC-4B5F-6369-7BB9-FDCC615F8018}"/>
              </a:ext>
            </a:extLst>
          </p:cNvPr>
          <p:cNvSpPr>
            <a:spLocks noGrp="1"/>
          </p:cNvSpPr>
          <p:nvPr>
            <p:ph type="body" sz="quarter" idx="149"/>
          </p:nvPr>
        </p:nvSpPr>
        <p:spPr>
          <a:xfrm rot="5400000">
            <a:off x="4562476" y="-893960"/>
            <a:ext cx="6235" cy="6841864"/>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40" name="Text Placeholder 133">
            <a:extLst>
              <a:ext uri="{FF2B5EF4-FFF2-40B4-BE49-F238E27FC236}">
                <a16:creationId xmlns:a16="http://schemas.microsoft.com/office/drawing/2014/main" id="{6825A2D4-1644-4FA5-525F-FEEDBD06E9E7}"/>
              </a:ext>
            </a:extLst>
          </p:cNvPr>
          <p:cNvSpPr>
            <a:spLocks noGrp="1"/>
          </p:cNvSpPr>
          <p:nvPr>
            <p:ph type="body" sz="quarter" idx="150"/>
          </p:nvPr>
        </p:nvSpPr>
        <p:spPr>
          <a:xfrm>
            <a:off x="4564055" y="2093672"/>
            <a:ext cx="5379" cy="4364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91" name="Text Placeholder 33">
            <a:extLst>
              <a:ext uri="{FF2B5EF4-FFF2-40B4-BE49-F238E27FC236}">
                <a16:creationId xmlns:a16="http://schemas.microsoft.com/office/drawing/2014/main" id="{6C38BDC3-7F61-C653-152C-BDA060B288B9}"/>
              </a:ext>
            </a:extLst>
          </p:cNvPr>
          <p:cNvSpPr>
            <a:spLocks noGrp="1"/>
          </p:cNvSpPr>
          <p:nvPr>
            <p:ph type="body" sz="quarter" idx="104" hasCustomPrompt="1"/>
          </p:nvPr>
        </p:nvSpPr>
        <p:spPr>
          <a:xfrm>
            <a:off x="372666" y="3230161"/>
            <a:ext cx="1554746" cy="42336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92" name="Text Placeholder 33">
            <a:extLst>
              <a:ext uri="{FF2B5EF4-FFF2-40B4-BE49-F238E27FC236}">
                <a16:creationId xmlns:a16="http://schemas.microsoft.com/office/drawing/2014/main" id="{FFD57903-F462-5609-93A2-775F44C23DB6}"/>
              </a:ext>
            </a:extLst>
          </p:cNvPr>
          <p:cNvSpPr>
            <a:spLocks noGrp="1"/>
          </p:cNvSpPr>
          <p:nvPr>
            <p:ph type="body" sz="quarter" idx="105" hasCustomPrompt="1"/>
          </p:nvPr>
        </p:nvSpPr>
        <p:spPr>
          <a:xfrm>
            <a:off x="2082684" y="3230161"/>
            <a:ext cx="1554746" cy="42336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90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lvl="1"/>
            <a:r>
              <a:rPr lang="en-US" dirty="0"/>
              <a:t>Job title goes here</a:t>
            </a:r>
          </a:p>
        </p:txBody>
      </p:sp>
      <p:sp>
        <p:nvSpPr>
          <p:cNvPr id="93" name="Text Placeholder 33">
            <a:extLst>
              <a:ext uri="{FF2B5EF4-FFF2-40B4-BE49-F238E27FC236}">
                <a16:creationId xmlns:a16="http://schemas.microsoft.com/office/drawing/2014/main" id="{1AAD7081-41CC-17DB-F206-480C77E25EB1}"/>
              </a:ext>
            </a:extLst>
          </p:cNvPr>
          <p:cNvSpPr>
            <a:spLocks noGrp="1"/>
          </p:cNvSpPr>
          <p:nvPr>
            <p:ph type="body" sz="quarter" idx="106" hasCustomPrompt="1"/>
          </p:nvPr>
        </p:nvSpPr>
        <p:spPr>
          <a:xfrm>
            <a:off x="3792703" y="3230161"/>
            <a:ext cx="1554746" cy="42336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90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60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4" name="Text Placeholder 33">
            <a:extLst>
              <a:ext uri="{FF2B5EF4-FFF2-40B4-BE49-F238E27FC236}">
                <a16:creationId xmlns:a16="http://schemas.microsoft.com/office/drawing/2014/main" id="{14E701C4-1B51-5DBA-E971-265EFF1C1EFC}"/>
              </a:ext>
            </a:extLst>
          </p:cNvPr>
          <p:cNvSpPr>
            <a:spLocks noGrp="1"/>
          </p:cNvSpPr>
          <p:nvPr>
            <p:ph type="body" sz="quarter" idx="107" hasCustomPrompt="1"/>
          </p:nvPr>
        </p:nvSpPr>
        <p:spPr>
          <a:xfrm>
            <a:off x="5502720" y="3230161"/>
            <a:ext cx="1554746" cy="42336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90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60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5" name="Text Placeholder 33">
            <a:extLst>
              <a:ext uri="{FF2B5EF4-FFF2-40B4-BE49-F238E27FC236}">
                <a16:creationId xmlns:a16="http://schemas.microsoft.com/office/drawing/2014/main" id="{E35B18E8-26A2-696D-4734-1EA1CE69DF3D}"/>
              </a:ext>
            </a:extLst>
          </p:cNvPr>
          <p:cNvSpPr>
            <a:spLocks noGrp="1"/>
          </p:cNvSpPr>
          <p:nvPr>
            <p:ph type="body" sz="quarter" idx="108" hasCustomPrompt="1"/>
          </p:nvPr>
        </p:nvSpPr>
        <p:spPr>
          <a:xfrm>
            <a:off x="7212738" y="3230161"/>
            <a:ext cx="1554746" cy="423363"/>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900"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600"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96" name="Text Placeholder 33">
            <a:extLst>
              <a:ext uri="{FF2B5EF4-FFF2-40B4-BE49-F238E27FC236}">
                <a16:creationId xmlns:a16="http://schemas.microsoft.com/office/drawing/2014/main" id="{737A9C6E-9627-EB7D-4644-10E52091218A}"/>
              </a:ext>
            </a:extLst>
          </p:cNvPr>
          <p:cNvSpPr>
            <a:spLocks noGrp="1"/>
          </p:cNvSpPr>
          <p:nvPr>
            <p:ph type="body" sz="quarter" idx="109" hasCustomPrompt="1"/>
          </p:nvPr>
        </p:nvSpPr>
        <p:spPr>
          <a:xfrm>
            <a:off x="645460" y="3758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97" name="Text Placeholder 33">
            <a:extLst>
              <a:ext uri="{FF2B5EF4-FFF2-40B4-BE49-F238E27FC236}">
                <a16:creationId xmlns:a16="http://schemas.microsoft.com/office/drawing/2014/main" id="{4EAC5C3C-5008-1C9A-806F-D20A3768B3EE}"/>
              </a:ext>
            </a:extLst>
          </p:cNvPr>
          <p:cNvSpPr>
            <a:spLocks noGrp="1"/>
          </p:cNvSpPr>
          <p:nvPr>
            <p:ph type="body" sz="quarter" idx="110" hasCustomPrompt="1"/>
          </p:nvPr>
        </p:nvSpPr>
        <p:spPr>
          <a:xfrm>
            <a:off x="645460" y="419290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7" name="Picture Placeholder 9">
            <a:extLst>
              <a:ext uri="{FF2B5EF4-FFF2-40B4-BE49-F238E27FC236}">
                <a16:creationId xmlns:a16="http://schemas.microsoft.com/office/drawing/2014/main" id="{719F992B-C025-9C4B-BE80-27D6A3B8F439}"/>
              </a:ext>
            </a:extLst>
          </p:cNvPr>
          <p:cNvSpPr>
            <a:spLocks noGrp="1"/>
          </p:cNvSpPr>
          <p:nvPr>
            <p:ph type="pic" sz="quarter" idx="50" hasCustomPrompt="1"/>
          </p:nvPr>
        </p:nvSpPr>
        <p:spPr>
          <a:xfrm>
            <a:off x="4114800" y="1103900"/>
            <a:ext cx="914400" cy="913554"/>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182880" rIns="0" bIns="822960" rtlCol="0" anchor="ctr" anchorCtr="1">
            <a:noAutofit/>
          </a:bodyPr>
          <a:lstStyle>
            <a:lvl1pPr>
              <a:defRPr lang="en-US" sz="782" dirty="0"/>
            </a:lvl1pPr>
          </a:lstStyle>
          <a:p>
            <a:pPr lvl="0" algn="ctr"/>
            <a:r>
              <a:rPr lang="en-US" dirty="0"/>
              <a:t>Insert headshot</a:t>
            </a:r>
          </a:p>
        </p:txBody>
      </p:sp>
      <p:sp>
        <p:nvSpPr>
          <p:cNvPr id="88" name="Text Placeholder 33">
            <a:extLst>
              <a:ext uri="{FF2B5EF4-FFF2-40B4-BE49-F238E27FC236}">
                <a16:creationId xmlns:a16="http://schemas.microsoft.com/office/drawing/2014/main" id="{75D04A3D-1C40-4245-B80A-4FBE90673A13}"/>
              </a:ext>
            </a:extLst>
          </p:cNvPr>
          <p:cNvSpPr>
            <a:spLocks noGrp="1"/>
          </p:cNvSpPr>
          <p:nvPr>
            <p:ph type="body" sz="quarter" idx="103" hasCustomPrompt="1"/>
          </p:nvPr>
        </p:nvSpPr>
        <p:spPr>
          <a:xfrm>
            <a:off x="3563299" y="1995494"/>
            <a:ext cx="2017406" cy="411271"/>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18" name="Text Placeholder 7">
            <a:extLst>
              <a:ext uri="{FF2B5EF4-FFF2-40B4-BE49-F238E27FC236}">
                <a16:creationId xmlns:a16="http://schemas.microsoft.com/office/drawing/2014/main" id="{57EEAF10-6812-45EA-22D8-FAFB7B49116E}"/>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19" name="Text Placeholder 33">
            <a:extLst>
              <a:ext uri="{FF2B5EF4-FFF2-40B4-BE49-F238E27FC236}">
                <a16:creationId xmlns:a16="http://schemas.microsoft.com/office/drawing/2014/main" id="{1415FB5F-A891-2DB8-C93A-9966DD4E435A}"/>
              </a:ext>
            </a:extLst>
          </p:cNvPr>
          <p:cNvSpPr>
            <a:spLocks noGrp="1"/>
          </p:cNvSpPr>
          <p:nvPr>
            <p:ph type="body" sz="quarter" idx="155" hasCustomPrompt="1"/>
          </p:nvPr>
        </p:nvSpPr>
        <p:spPr>
          <a:xfrm>
            <a:off x="645460" y="4629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0" name="Text Placeholder 33">
            <a:extLst>
              <a:ext uri="{FF2B5EF4-FFF2-40B4-BE49-F238E27FC236}">
                <a16:creationId xmlns:a16="http://schemas.microsoft.com/office/drawing/2014/main" id="{D326DE56-ED6E-2728-CC9D-04B1672AC27E}"/>
              </a:ext>
            </a:extLst>
          </p:cNvPr>
          <p:cNvSpPr>
            <a:spLocks noGrp="1"/>
          </p:cNvSpPr>
          <p:nvPr>
            <p:ph type="body" sz="quarter" idx="156" hasCustomPrompt="1"/>
          </p:nvPr>
        </p:nvSpPr>
        <p:spPr>
          <a:xfrm>
            <a:off x="645460" y="506666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1" name="Text Placeholder 33">
            <a:extLst>
              <a:ext uri="{FF2B5EF4-FFF2-40B4-BE49-F238E27FC236}">
                <a16:creationId xmlns:a16="http://schemas.microsoft.com/office/drawing/2014/main" id="{5F547E52-A592-78D7-F192-55E49ECE833A}"/>
              </a:ext>
            </a:extLst>
          </p:cNvPr>
          <p:cNvSpPr>
            <a:spLocks noGrp="1"/>
          </p:cNvSpPr>
          <p:nvPr>
            <p:ph type="body" sz="quarter" idx="157" hasCustomPrompt="1"/>
          </p:nvPr>
        </p:nvSpPr>
        <p:spPr>
          <a:xfrm>
            <a:off x="645460" y="550354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2" name="Text Placeholder 33">
            <a:extLst>
              <a:ext uri="{FF2B5EF4-FFF2-40B4-BE49-F238E27FC236}">
                <a16:creationId xmlns:a16="http://schemas.microsoft.com/office/drawing/2014/main" id="{20D693F1-2C7B-69D3-370F-21F61963438C}"/>
              </a:ext>
            </a:extLst>
          </p:cNvPr>
          <p:cNvSpPr>
            <a:spLocks noGrp="1"/>
          </p:cNvSpPr>
          <p:nvPr>
            <p:ph type="body" sz="quarter" idx="158" hasCustomPrompt="1"/>
          </p:nvPr>
        </p:nvSpPr>
        <p:spPr>
          <a:xfrm>
            <a:off x="2352340" y="3758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23" name="Text Placeholder 33">
            <a:extLst>
              <a:ext uri="{FF2B5EF4-FFF2-40B4-BE49-F238E27FC236}">
                <a16:creationId xmlns:a16="http://schemas.microsoft.com/office/drawing/2014/main" id="{51C59C83-491E-6471-C0B8-6D2CE971556B}"/>
              </a:ext>
            </a:extLst>
          </p:cNvPr>
          <p:cNvSpPr>
            <a:spLocks noGrp="1"/>
          </p:cNvSpPr>
          <p:nvPr>
            <p:ph type="body" sz="quarter" idx="159" hasCustomPrompt="1"/>
          </p:nvPr>
        </p:nvSpPr>
        <p:spPr>
          <a:xfrm>
            <a:off x="2352340" y="419290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4" name="Text Placeholder 33">
            <a:extLst>
              <a:ext uri="{FF2B5EF4-FFF2-40B4-BE49-F238E27FC236}">
                <a16:creationId xmlns:a16="http://schemas.microsoft.com/office/drawing/2014/main" id="{1B03BF78-983E-A5F0-19EA-D85558DDF19F}"/>
              </a:ext>
            </a:extLst>
          </p:cNvPr>
          <p:cNvSpPr>
            <a:spLocks noGrp="1"/>
          </p:cNvSpPr>
          <p:nvPr>
            <p:ph type="body" sz="quarter" idx="160" hasCustomPrompt="1"/>
          </p:nvPr>
        </p:nvSpPr>
        <p:spPr>
          <a:xfrm>
            <a:off x="2352340" y="4629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5" name="Text Placeholder 33">
            <a:extLst>
              <a:ext uri="{FF2B5EF4-FFF2-40B4-BE49-F238E27FC236}">
                <a16:creationId xmlns:a16="http://schemas.microsoft.com/office/drawing/2014/main" id="{E66754D2-6561-CC21-BD83-30A414A99294}"/>
              </a:ext>
            </a:extLst>
          </p:cNvPr>
          <p:cNvSpPr>
            <a:spLocks noGrp="1"/>
          </p:cNvSpPr>
          <p:nvPr>
            <p:ph type="body" sz="quarter" idx="161" hasCustomPrompt="1"/>
          </p:nvPr>
        </p:nvSpPr>
        <p:spPr>
          <a:xfrm>
            <a:off x="2352340" y="506666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6" name="Text Placeholder 33">
            <a:extLst>
              <a:ext uri="{FF2B5EF4-FFF2-40B4-BE49-F238E27FC236}">
                <a16:creationId xmlns:a16="http://schemas.microsoft.com/office/drawing/2014/main" id="{55ABEAED-CD4D-88A8-ADC4-B3B2B5AE71AC}"/>
              </a:ext>
            </a:extLst>
          </p:cNvPr>
          <p:cNvSpPr>
            <a:spLocks noGrp="1"/>
          </p:cNvSpPr>
          <p:nvPr>
            <p:ph type="body" sz="quarter" idx="162" hasCustomPrompt="1"/>
          </p:nvPr>
        </p:nvSpPr>
        <p:spPr>
          <a:xfrm>
            <a:off x="2352340" y="550354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28" name="Text Placeholder 33">
            <a:extLst>
              <a:ext uri="{FF2B5EF4-FFF2-40B4-BE49-F238E27FC236}">
                <a16:creationId xmlns:a16="http://schemas.microsoft.com/office/drawing/2014/main" id="{E776BE5B-2A7C-5559-F536-499864C74D57}"/>
              </a:ext>
            </a:extLst>
          </p:cNvPr>
          <p:cNvSpPr>
            <a:spLocks noGrp="1"/>
          </p:cNvSpPr>
          <p:nvPr>
            <p:ph type="body" sz="quarter" idx="163" hasCustomPrompt="1"/>
          </p:nvPr>
        </p:nvSpPr>
        <p:spPr>
          <a:xfrm>
            <a:off x="4074460" y="3758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29" name="Text Placeholder 33">
            <a:extLst>
              <a:ext uri="{FF2B5EF4-FFF2-40B4-BE49-F238E27FC236}">
                <a16:creationId xmlns:a16="http://schemas.microsoft.com/office/drawing/2014/main" id="{DEDBB217-94E6-052C-4CD1-D4C9D209B882}"/>
              </a:ext>
            </a:extLst>
          </p:cNvPr>
          <p:cNvSpPr>
            <a:spLocks noGrp="1"/>
          </p:cNvSpPr>
          <p:nvPr>
            <p:ph type="body" sz="quarter" idx="164" hasCustomPrompt="1"/>
          </p:nvPr>
        </p:nvSpPr>
        <p:spPr>
          <a:xfrm>
            <a:off x="4074460" y="419290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0" name="Text Placeholder 33">
            <a:extLst>
              <a:ext uri="{FF2B5EF4-FFF2-40B4-BE49-F238E27FC236}">
                <a16:creationId xmlns:a16="http://schemas.microsoft.com/office/drawing/2014/main" id="{41743C96-9633-305B-D88D-3629054FF02D}"/>
              </a:ext>
            </a:extLst>
          </p:cNvPr>
          <p:cNvSpPr>
            <a:spLocks noGrp="1"/>
          </p:cNvSpPr>
          <p:nvPr>
            <p:ph type="body" sz="quarter" idx="165" hasCustomPrompt="1"/>
          </p:nvPr>
        </p:nvSpPr>
        <p:spPr>
          <a:xfrm>
            <a:off x="4074460" y="4629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1" name="Text Placeholder 33">
            <a:extLst>
              <a:ext uri="{FF2B5EF4-FFF2-40B4-BE49-F238E27FC236}">
                <a16:creationId xmlns:a16="http://schemas.microsoft.com/office/drawing/2014/main" id="{883E002E-CAE6-30D9-DFE9-DC89ABC34FF9}"/>
              </a:ext>
            </a:extLst>
          </p:cNvPr>
          <p:cNvSpPr>
            <a:spLocks noGrp="1"/>
          </p:cNvSpPr>
          <p:nvPr>
            <p:ph type="body" sz="quarter" idx="166" hasCustomPrompt="1"/>
          </p:nvPr>
        </p:nvSpPr>
        <p:spPr>
          <a:xfrm>
            <a:off x="4074460" y="506666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2" name="Text Placeholder 33">
            <a:extLst>
              <a:ext uri="{FF2B5EF4-FFF2-40B4-BE49-F238E27FC236}">
                <a16:creationId xmlns:a16="http://schemas.microsoft.com/office/drawing/2014/main" id="{AF379B48-E515-D2C4-D393-55A5BB6BD4F7}"/>
              </a:ext>
            </a:extLst>
          </p:cNvPr>
          <p:cNvSpPr>
            <a:spLocks noGrp="1"/>
          </p:cNvSpPr>
          <p:nvPr>
            <p:ph type="body" sz="quarter" idx="167" hasCustomPrompt="1"/>
          </p:nvPr>
        </p:nvSpPr>
        <p:spPr>
          <a:xfrm>
            <a:off x="4074460" y="550354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3" name="Text Placeholder 33">
            <a:extLst>
              <a:ext uri="{FF2B5EF4-FFF2-40B4-BE49-F238E27FC236}">
                <a16:creationId xmlns:a16="http://schemas.microsoft.com/office/drawing/2014/main" id="{D5AA0DE5-4E60-C200-6AD5-5E094A16027D}"/>
              </a:ext>
            </a:extLst>
          </p:cNvPr>
          <p:cNvSpPr>
            <a:spLocks noGrp="1"/>
          </p:cNvSpPr>
          <p:nvPr>
            <p:ph type="body" sz="quarter" idx="168" hasCustomPrompt="1"/>
          </p:nvPr>
        </p:nvSpPr>
        <p:spPr>
          <a:xfrm>
            <a:off x="5792770" y="3758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34" name="Text Placeholder 33">
            <a:extLst>
              <a:ext uri="{FF2B5EF4-FFF2-40B4-BE49-F238E27FC236}">
                <a16:creationId xmlns:a16="http://schemas.microsoft.com/office/drawing/2014/main" id="{F22AADE9-E45F-BBCC-1F52-EF1AE35A3DD1}"/>
              </a:ext>
            </a:extLst>
          </p:cNvPr>
          <p:cNvSpPr>
            <a:spLocks noGrp="1"/>
          </p:cNvSpPr>
          <p:nvPr>
            <p:ph type="body" sz="quarter" idx="169" hasCustomPrompt="1"/>
          </p:nvPr>
        </p:nvSpPr>
        <p:spPr>
          <a:xfrm>
            <a:off x="5792770" y="419290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5" name="Text Placeholder 33">
            <a:extLst>
              <a:ext uri="{FF2B5EF4-FFF2-40B4-BE49-F238E27FC236}">
                <a16:creationId xmlns:a16="http://schemas.microsoft.com/office/drawing/2014/main" id="{3F2652B6-25A5-D0DC-297A-B329FD577D73}"/>
              </a:ext>
            </a:extLst>
          </p:cNvPr>
          <p:cNvSpPr>
            <a:spLocks noGrp="1"/>
          </p:cNvSpPr>
          <p:nvPr>
            <p:ph type="body" sz="quarter" idx="170" hasCustomPrompt="1"/>
          </p:nvPr>
        </p:nvSpPr>
        <p:spPr>
          <a:xfrm>
            <a:off x="5792770" y="4629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6" name="Text Placeholder 33">
            <a:extLst>
              <a:ext uri="{FF2B5EF4-FFF2-40B4-BE49-F238E27FC236}">
                <a16:creationId xmlns:a16="http://schemas.microsoft.com/office/drawing/2014/main" id="{E2382A9C-633D-B9BB-1CF1-355B6734E29B}"/>
              </a:ext>
            </a:extLst>
          </p:cNvPr>
          <p:cNvSpPr>
            <a:spLocks noGrp="1"/>
          </p:cNvSpPr>
          <p:nvPr>
            <p:ph type="body" sz="quarter" idx="171" hasCustomPrompt="1"/>
          </p:nvPr>
        </p:nvSpPr>
        <p:spPr>
          <a:xfrm>
            <a:off x="5792770" y="506666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7" name="Text Placeholder 33">
            <a:extLst>
              <a:ext uri="{FF2B5EF4-FFF2-40B4-BE49-F238E27FC236}">
                <a16:creationId xmlns:a16="http://schemas.microsoft.com/office/drawing/2014/main" id="{1C5CA77A-069E-4F46-BF28-5171CFEFD8B2}"/>
              </a:ext>
            </a:extLst>
          </p:cNvPr>
          <p:cNvSpPr>
            <a:spLocks noGrp="1"/>
          </p:cNvSpPr>
          <p:nvPr>
            <p:ph type="body" sz="quarter" idx="172" hasCustomPrompt="1"/>
          </p:nvPr>
        </p:nvSpPr>
        <p:spPr>
          <a:xfrm>
            <a:off x="5792770" y="550354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38" name="Text Placeholder 33">
            <a:extLst>
              <a:ext uri="{FF2B5EF4-FFF2-40B4-BE49-F238E27FC236}">
                <a16:creationId xmlns:a16="http://schemas.microsoft.com/office/drawing/2014/main" id="{7919EEB7-2E09-A302-039F-2FF4B54AD9B8}"/>
              </a:ext>
            </a:extLst>
          </p:cNvPr>
          <p:cNvSpPr>
            <a:spLocks noGrp="1"/>
          </p:cNvSpPr>
          <p:nvPr>
            <p:ph type="body" sz="quarter" idx="173" hasCustomPrompt="1"/>
          </p:nvPr>
        </p:nvSpPr>
        <p:spPr>
          <a:xfrm>
            <a:off x="7480600" y="3758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marL="114884" indent="0" algn="ctr">
              <a:spcBef>
                <a:spcPts val="0"/>
              </a:spcBef>
              <a:buNone/>
              <a:defRPr sz="920"/>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39" name="Text Placeholder 33">
            <a:extLst>
              <a:ext uri="{FF2B5EF4-FFF2-40B4-BE49-F238E27FC236}">
                <a16:creationId xmlns:a16="http://schemas.microsoft.com/office/drawing/2014/main" id="{03E00A53-F234-78BF-9932-12262B61BA4E}"/>
              </a:ext>
            </a:extLst>
          </p:cNvPr>
          <p:cNvSpPr>
            <a:spLocks noGrp="1"/>
          </p:cNvSpPr>
          <p:nvPr>
            <p:ph type="body" sz="quarter" idx="174" hasCustomPrompt="1"/>
          </p:nvPr>
        </p:nvSpPr>
        <p:spPr>
          <a:xfrm>
            <a:off x="7480600" y="419290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0" name="Text Placeholder 33">
            <a:extLst>
              <a:ext uri="{FF2B5EF4-FFF2-40B4-BE49-F238E27FC236}">
                <a16:creationId xmlns:a16="http://schemas.microsoft.com/office/drawing/2014/main" id="{908A8A99-5007-0EF5-B39C-BC9BBC04F4DC}"/>
              </a:ext>
            </a:extLst>
          </p:cNvPr>
          <p:cNvSpPr>
            <a:spLocks noGrp="1"/>
          </p:cNvSpPr>
          <p:nvPr>
            <p:ph type="body" sz="quarter" idx="175" hasCustomPrompt="1"/>
          </p:nvPr>
        </p:nvSpPr>
        <p:spPr>
          <a:xfrm>
            <a:off x="7480600" y="462978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1" name="Text Placeholder 33">
            <a:extLst>
              <a:ext uri="{FF2B5EF4-FFF2-40B4-BE49-F238E27FC236}">
                <a16:creationId xmlns:a16="http://schemas.microsoft.com/office/drawing/2014/main" id="{E71AE602-4A7A-2BE2-D0C9-773ADA782F3B}"/>
              </a:ext>
            </a:extLst>
          </p:cNvPr>
          <p:cNvSpPr>
            <a:spLocks noGrp="1"/>
          </p:cNvSpPr>
          <p:nvPr>
            <p:ph type="body" sz="quarter" idx="176" hasCustomPrompt="1"/>
          </p:nvPr>
        </p:nvSpPr>
        <p:spPr>
          <a:xfrm>
            <a:off x="7480600" y="506666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sp>
        <p:nvSpPr>
          <p:cNvPr id="42" name="Text Placeholder 33">
            <a:extLst>
              <a:ext uri="{FF2B5EF4-FFF2-40B4-BE49-F238E27FC236}">
                <a16:creationId xmlns:a16="http://schemas.microsoft.com/office/drawing/2014/main" id="{0FBEFD47-234B-48EA-36EA-38921FECD691}"/>
              </a:ext>
            </a:extLst>
          </p:cNvPr>
          <p:cNvSpPr>
            <a:spLocks noGrp="1"/>
          </p:cNvSpPr>
          <p:nvPr>
            <p:ph type="body" sz="quarter" idx="177" hasCustomPrompt="1"/>
          </p:nvPr>
        </p:nvSpPr>
        <p:spPr>
          <a:xfrm>
            <a:off x="7480600" y="5503547"/>
            <a:ext cx="1013012" cy="334022"/>
          </a:xfrm>
          <a:prstGeom prst="roundRect">
            <a:avLst>
              <a:gd name="adj" fmla="val 6605"/>
            </a:avLst>
          </a:prstGeom>
          <a:solidFill>
            <a:schemeClr val="bg1">
              <a:lumMod val="95000"/>
            </a:schemeClr>
          </a:solidFill>
          <a:ln w="12700">
            <a:gradFill>
              <a:gsLst>
                <a:gs pos="0">
                  <a:schemeClr val="accent2"/>
                </a:gs>
                <a:gs pos="100000">
                  <a:schemeClr val="accent3"/>
                </a:gs>
              </a:gsLst>
              <a:lin ang="0" scaled="0"/>
            </a:gradFill>
          </a:ln>
        </p:spPr>
        <p:txBody>
          <a:bodyPr anchor="ctr" anchorCtr="0"/>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marL="114884" indent="0" algn="ctr">
              <a:spcBef>
                <a:spcPts val="0"/>
              </a:spcBef>
              <a:buNone/>
              <a:defRPr sz="920"/>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p:txBody>
      </p:sp>
      <p:grpSp>
        <p:nvGrpSpPr>
          <p:cNvPr id="2" name="Group 1">
            <a:extLst>
              <a:ext uri="{FF2B5EF4-FFF2-40B4-BE49-F238E27FC236}">
                <a16:creationId xmlns:a16="http://schemas.microsoft.com/office/drawing/2014/main" id="{7748E862-2181-5FD3-CEDD-CCDDA66596A0}"/>
              </a:ext>
            </a:extLst>
          </p:cNvPr>
          <p:cNvGrpSpPr/>
          <p:nvPr userDrawn="1"/>
        </p:nvGrpSpPr>
        <p:grpSpPr>
          <a:xfrm>
            <a:off x="7877516" y="6374712"/>
            <a:ext cx="892520" cy="186437"/>
            <a:chOff x="10615642" y="6334107"/>
            <a:chExt cx="1079469" cy="225489"/>
          </a:xfrm>
        </p:grpSpPr>
        <p:sp>
          <p:nvSpPr>
            <p:cNvPr id="5" name="Freeform 4">
              <a:extLst>
                <a:ext uri="{FF2B5EF4-FFF2-40B4-BE49-F238E27FC236}">
                  <a16:creationId xmlns:a16="http://schemas.microsoft.com/office/drawing/2014/main" id="{AEEB785A-8BFD-E615-05D6-D67AF86236D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008FFC9F-FE62-AE34-55CC-A7B40A025EC2}"/>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F6A30755-1FC0-8DA4-F579-C87005339201}"/>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F8A4923E-89CA-A400-7510-6C3879E5D60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A8DD8C9-B683-2D3E-AEC9-640AF3678EF3}"/>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4229985-AFFB-4172-E172-4C6D78317C6D}"/>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8FE412A-04C8-5708-34F5-A32FE2902DF0}"/>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0D9B180-86CA-94B6-0650-6188418B167B}"/>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9E335D8C-33B0-94A1-8F33-62E45ED6441F}"/>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350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Headshot Grid Large White">
    <p:spTree>
      <p:nvGrpSpPr>
        <p:cNvPr id="1" name=""/>
        <p:cNvGrpSpPr/>
        <p:nvPr/>
      </p:nvGrpSpPr>
      <p:grpSpPr>
        <a:xfrm>
          <a:off x="0" y="0"/>
          <a:ext cx="0" cy="0"/>
          <a:chOff x="0" y="0"/>
          <a:chExt cx="0" cy="0"/>
        </a:xfrm>
      </p:grpSpPr>
      <p:sp>
        <p:nvSpPr>
          <p:cNvPr id="2" name="Text Placeholder 133">
            <a:extLst>
              <a:ext uri="{FF2B5EF4-FFF2-40B4-BE49-F238E27FC236}">
                <a16:creationId xmlns:a16="http://schemas.microsoft.com/office/drawing/2014/main" id="{FDA2AEB9-679E-9108-FF02-364DF6D380A2}"/>
              </a:ext>
            </a:extLst>
          </p:cNvPr>
          <p:cNvSpPr>
            <a:spLocks noGrp="1"/>
          </p:cNvSpPr>
          <p:nvPr>
            <p:ph type="body" sz="quarter" idx="144"/>
          </p:nvPr>
        </p:nvSpPr>
        <p:spPr>
          <a:xfrm>
            <a:off x="1163209"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5" name="Text Placeholder 133">
            <a:extLst>
              <a:ext uri="{FF2B5EF4-FFF2-40B4-BE49-F238E27FC236}">
                <a16:creationId xmlns:a16="http://schemas.microsoft.com/office/drawing/2014/main" id="{CF21CF2E-447F-4E9F-CDF2-565A5818C78C}"/>
              </a:ext>
            </a:extLst>
          </p:cNvPr>
          <p:cNvSpPr>
            <a:spLocks noGrp="1"/>
          </p:cNvSpPr>
          <p:nvPr>
            <p:ph type="body" sz="quarter" idx="145"/>
          </p:nvPr>
        </p:nvSpPr>
        <p:spPr>
          <a:xfrm>
            <a:off x="2523248"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6" name="Text Placeholder 133">
            <a:extLst>
              <a:ext uri="{FF2B5EF4-FFF2-40B4-BE49-F238E27FC236}">
                <a16:creationId xmlns:a16="http://schemas.microsoft.com/office/drawing/2014/main" id="{D1BC2E45-CDE1-8D8B-1553-D59544F1A72D}"/>
              </a:ext>
            </a:extLst>
          </p:cNvPr>
          <p:cNvSpPr>
            <a:spLocks noGrp="1"/>
          </p:cNvSpPr>
          <p:nvPr>
            <p:ph type="body" sz="quarter" idx="146"/>
          </p:nvPr>
        </p:nvSpPr>
        <p:spPr>
          <a:xfrm>
            <a:off x="3889823"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8" name="Text Placeholder 133">
            <a:extLst>
              <a:ext uri="{FF2B5EF4-FFF2-40B4-BE49-F238E27FC236}">
                <a16:creationId xmlns:a16="http://schemas.microsoft.com/office/drawing/2014/main" id="{F531C627-1AE8-C7C6-EC09-3DCB535B04E3}"/>
              </a:ext>
            </a:extLst>
          </p:cNvPr>
          <p:cNvSpPr>
            <a:spLocks noGrp="1"/>
          </p:cNvSpPr>
          <p:nvPr>
            <p:ph type="body" sz="quarter" idx="147"/>
          </p:nvPr>
        </p:nvSpPr>
        <p:spPr>
          <a:xfrm>
            <a:off x="5256400"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9" name="Text Placeholder 133">
            <a:extLst>
              <a:ext uri="{FF2B5EF4-FFF2-40B4-BE49-F238E27FC236}">
                <a16:creationId xmlns:a16="http://schemas.microsoft.com/office/drawing/2014/main" id="{CB2ACA1E-A2ED-6045-D5F1-B1F5CBE05180}"/>
              </a:ext>
            </a:extLst>
          </p:cNvPr>
          <p:cNvSpPr>
            <a:spLocks noGrp="1"/>
          </p:cNvSpPr>
          <p:nvPr>
            <p:ph type="body" sz="quarter" idx="148"/>
          </p:nvPr>
        </p:nvSpPr>
        <p:spPr>
          <a:xfrm>
            <a:off x="6622976"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4" name="Text Placeholder 133">
            <a:extLst>
              <a:ext uri="{FF2B5EF4-FFF2-40B4-BE49-F238E27FC236}">
                <a16:creationId xmlns:a16="http://schemas.microsoft.com/office/drawing/2014/main" id="{3A234ADB-00D0-7E2F-91C0-38762960F573}"/>
              </a:ext>
            </a:extLst>
          </p:cNvPr>
          <p:cNvSpPr>
            <a:spLocks noGrp="1"/>
          </p:cNvSpPr>
          <p:nvPr>
            <p:ph type="body" sz="quarter" idx="149"/>
          </p:nvPr>
        </p:nvSpPr>
        <p:spPr>
          <a:xfrm>
            <a:off x="7989553" y="2335683"/>
            <a:ext cx="5379" cy="3179618"/>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3" name="Title 2">
            <a:extLst>
              <a:ext uri="{FF2B5EF4-FFF2-40B4-BE49-F238E27FC236}">
                <a16:creationId xmlns:a16="http://schemas.microsoft.com/office/drawing/2014/main" id="{192811C1-03E1-A069-E1FE-7278B543C85A}"/>
              </a:ext>
            </a:extLst>
          </p:cNvPr>
          <p:cNvSpPr>
            <a:spLocks noGrp="1"/>
          </p:cNvSpPr>
          <p:nvPr>
            <p:ph type="title" hasCustomPrompt="1"/>
          </p:nvPr>
        </p:nvSpPr>
        <p:spPr>
          <a:xfrm>
            <a:off x="370333" y="640080"/>
            <a:ext cx="8401050" cy="328304"/>
          </a:xfrm>
        </p:spPr>
        <p:txBody>
          <a:bodyPr/>
          <a:lstStyle/>
          <a:p>
            <a:r>
              <a:rPr lang="en-US" dirty="0"/>
              <a:t>Org Chart 3</a:t>
            </a:r>
          </a:p>
        </p:txBody>
      </p:sp>
      <p:sp>
        <p:nvSpPr>
          <p:cNvPr id="10" name="Date Placeholder 9">
            <a:extLst>
              <a:ext uri="{FF2B5EF4-FFF2-40B4-BE49-F238E27FC236}">
                <a16:creationId xmlns:a16="http://schemas.microsoft.com/office/drawing/2014/main" id="{A61B1734-EF81-68DC-0EF9-DD52A1954133}"/>
              </a:ext>
            </a:extLst>
          </p:cNvPr>
          <p:cNvSpPr>
            <a:spLocks noGrp="1"/>
          </p:cNvSpPr>
          <p:nvPr>
            <p:ph type="dt" sz="half" idx="34"/>
          </p:nvPr>
        </p:nvSpPr>
        <p:spPr/>
        <p:txBody>
          <a:bodyPr/>
          <a:lstStyle/>
          <a:p>
            <a:fld id="{A949B098-953D-204D-B771-E605D4D68EAD}" type="datetime1">
              <a:rPr lang="en-US" smtClean="0"/>
              <a:t>5/26/2026</a:t>
            </a:fld>
            <a:endParaRPr lang="en-US"/>
          </a:p>
        </p:txBody>
      </p:sp>
      <p:sp>
        <p:nvSpPr>
          <p:cNvPr id="11" name="Footer Placeholder 10">
            <a:extLst>
              <a:ext uri="{FF2B5EF4-FFF2-40B4-BE49-F238E27FC236}">
                <a16:creationId xmlns:a16="http://schemas.microsoft.com/office/drawing/2014/main" id="{55928C7A-4DE4-A6F7-B935-3718D2EB92AF}"/>
              </a:ext>
            </a:extLst>
          </p:cNvPr>
          <p:cNvSpPr>
            <a:spLocks noGrp="1"/>
          </p:cNvSpPr>
          <p:nvPr>
            <p:ph type="ftr" sz="quarter" idx="35"/>
          </p:nvPr>
        </p:nvSpPr>
        <p:spPr/>
        <p:txBody>
          <a:bodyPr/>
          <a:lstStyle/>
          <a:p>
            <a:r>
              <a:rPr lang="en-US"/>
              <a:t>Confidential</a:t>
            </a:r>
          </a:p>
        </p:txBody>
      </p:sp>
      <p:sp>
        <p:nvSpPr>
          <p:cNvPr id="12" name="Slide Number Placeholder 11">
            <a:extLst>
              <a:ext uri="{FF2B5EF4-FFF2-40B4-BE49-F238E27FC236}">
                <a16:creationId xmlns:a16="http://schemas.microsoft.com/office/drawing/2014/main" id="{56E653A7-AA98-B7C2-D78D-FAAC936AC470}"/>
              </a:ext>
            </a:extLst>
          </p:cNvPr>
          <p:cNvSpPr>
            <a:spLocks noGrp="1"/>
          </p:cNvSpPr>
          <p:nvPr>
            <p:ph type="sldNum" sz="quarter" idx="36"/>
          </p:nvPr>
        </p:nvSpPr>
        <p:spPr/>
        <p:txBody>
          <a:bodyPr/>
          <a:lstStyle/>
          <a:p>
            <a:fld id="{A82C3BC0-3EBF-3C4C-A3D8-795624EBC6AA}" type="slidenum">
              <a:rPr lang="en-US" smtClean="0"/>
              <a:pPr/>
              <a:t>‹#›</a:t>
            </a:fld>
            <a:endParaRPr lang="en-US"/>
          </a:p>
        </p:txBody>
      </p:sp>
      <p:sp>
        <p:nvSpPr>
          <p:cNvPr id="4" name="Picture Placeholder 9">
            <a:extLst>
              <a:ext uri="{FF2B5EF4-FFF2-40B4-BE49-F238E27FC236}">
                <a16:creationId xmlns:a16="http://schemas.microsoft.com/office/drawing/2014/main" id="{0251E7F3-B848-AB93-D3EE-D27A4D380AFC}"/>
              </a:ext>
            </a:extLst>
          </p:cNvPr>
          <p:cNvSpPr>
            <a:spLocks noGrp="1"/>
          </p:cNvSpPr>
          <p:nvPr>
            <p:ph type="pic" sz="quarter" idx="48" hasCustomPrompt="1"/>
          </p:nvPr>
        </p:nvSpPr>
        <p:spPr>
          <a:xfrm>
            <a:off x="864808" y="2423239"/>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lnSpc>
                <a:spcPct val="90000"/>
              </a:lnSpc>
              <a:defRPr lang="en-US" sz="512" b="0" i="0" dirty="0">
                <a:latin typeface="Spectrum Sans" panose="020B0502020503020304" pitchFamily="34" charset="0"/>
                <a:cs typeface="Spectrum Sans" panose="020B0502020503020304" pitchFamily="34" charset="0"/>
              </a:defRPr>
            </a:lvl1pPr>
          </a:lstStyle>
          <a:p>
            <a:pPr lvl="0" algn="ctr"/>
            <a:r>
              <a:rPr lang="en-US" dirty="0"/>
              <a:t>Insert headshot</a:t>
            </a:r>
          </a:p>
        </p:txBody>
      </p:sp>
      <p:sp>
        <p:nvSpPr>
          <p:cNvPr id="27" name="Rectangle 26">
            <a:extLst>
              <a:ext uri="{FF2B5EF4-FFF2-40B4-BE49-F238E27FC236}">
                <a16:creationId xmlns:a16="http://schemas.microsoft.com/office/drawing/2014/main" id="{7867F9B4-F48B-3CE2-5013-33DA005B45F5}"/>
              </a:ext>
            </a:extLst>
          </p:cNvPr>
          <p:cNvSpPr/>
          <p:nvPr userDrawn="1"/>
        </p:nvSpPr>
        <p:spPr>
          <a:xfrm>
            <a:off x="0" y="6802245"/>
            <a:ext cx="9144000" cy="55756"/>
          </a:xfrm>
          <a:prstGeom prst="rect">
            <a:avLst/>
          </a:prstGeom>
          <a:gradFill>
            <a:gsLst>
              <a:gs pos="15000">
                <a:schemeClr val="accent2"/>
              </a:gs>
              <a:gs pos="85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618" tIns="29809" rIns="59618" bIns="29809" numCol="1" spcCol="0" rtlCol="0" fromWordArt="0" anchor="t" anchorCtr="0" forceAA="0" compatLnSpc="1">
            <a:prstTxWarp prst="textNoShape">
              <a:avLst/>
            </a:prstTxWarp>
            <a:noAutofit/>
          </a:bodyPr>
          <a:lstStyle/>
          <a:p>
            <a:pPr algn="ctr">
              <a:spcBef>
                <a:spcPts val="587"/>
              </a:spcBef>
            </a:pPr>
            <a:endParaRPr lang="en-US" sz="1304" b="0" i="0" dirty="0">
              <a:latin typeface="Spectrum Sans" panose="020B0502020503020304" pitchFamily="34" charset="0"/>
              <a:cs typeface="Spectrum Sans" panose="020B0502020503020304" pitchFamily="34" charset="0"/>
            </a:endParaRPr>
          </a:p>
        </p:txBody>
      </p:sp>
      <p:sp>
        <p:nvSpPr>
          <p:cNvPr id="13" name="Picture Placeholder 9">
            <a:extLst>
              <a:ext uri="{FF2B5EF4-FFF2-40B4-BE49-F238E27FC236}">
                <a16:creationId xmlns:a16="http://schemas.microsoft.com/office/drawing/2014/main" id="{B97A3870-E527-6ECB-170D-389C81508D66}"/>
              </a:ext>
            </a:extLst>
          </p:cNvPr>
          <p:cNvSpPr>
            <a:spLocks noGrp="1"/>
          </p:cNvSpPr>
          <p:nvPr>
            <p:ph type="pic" sz="quarter" idx="56" hasCustomPrompt="1"/>
          </p:nvPr>
        </p:nvSpPr>
        <p:spPr>
          <a:xfrm>
            <a:off x="2236408" y="2423239"/>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defRPr lang="en-US" sz="512" dirty="0"/>
            </a:lvl1pPr>
          </a:lstStyle>
          <a:p>
            <a:pPr lvl="0" algn="ctr">
              <a:lnSpc>
                <a:spcPct val="90000"/>
              </a:lnSpc>
            </a:pPr>
            <a:r>
              <a:rPr lang="en-US" dirty="0"/>
              <a:t>Insert headshot</a:t>
            </a:r>
          </a:p>
        </p:txBody>
      </p:sp>
      <p:sp>
        <p:nvSpPr>
          <p:cNvPr id="16" name="Picture Placeholder 9">
            <a:extLst>
              <a:ext uri="{FF2B5EF4-FFF2-40B4-BE49-F238E27FC236}">
                <a16:creationId xmlns:a16="http://schemas.microsoft.com/office/drawing/2014/main" id="{E14FB3EE-788E-C238-287E-CD701B3BCF35}"/>
              </a:ext>
            </a:extLst>
          </p:cNvPr>
          <p:cNvSpPr>
            <a:spLocks noGrp="1"/>
          </p:cNvSpPr>
          <p:nvPr>
            <p:ph type="pic" sz="quarter" idx="57" hasCustomPrompt="1"/>
          </p:nvPr>
        </p:nvSpPr>
        <p:spPr>
          <a:xfrm>
            <a:off x="3602900" y="2423239"/>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defRPr lang="en-US" sz="512" dirty="0"/>
            </a:lvl1pPr>
          </a:lstStyle>
          <a:p>
            <a:pPr lvl="0" algn="ctr">
              <a:lnSpc>
                <a:spcPct val="90000"/>
              </a:lnSpc>
            </a:pPr>
            <a:r>
              <a:rPr lang="en-US" dirty="0"/>
              <a:t>Insert headshot</a:t>
            </a:r>
          </a:p>
        </p:txBody>
      </p:sp>
      <p:sp>
        <p:nvSpPr>
          <p:cNvPr id="23" name="Picture Placeholder 9">
            <a:extLst>
              <a:ext uri="{FF2B5EF4-FFF2-40B4-BE49-F238E27FC236}">
                <a16:creationId xmlns:a16="http://schemas.microsoft.com/office/drawing/2014/main" id="{F21681CA-538A-6BBA-47B5-FA8F477A6569}"/>
              </a:ext>
            </a:extLst>
          </p:cNvPr>
          <p:cNvSpPr>
            <a:spLocks noGrp="1"/>
          </p:cNvSpPr>
          <p:nvPr>
            <p:ph type="pic" sz="quarter" idx="58" hasCustomPrompt="1"/>
          </p:nvPr>
        </p:nvSpPr>
        <p:spPr>
          <a:xfrm>
            <a:off x="4969476" y="2420982"/>
            <a:ext cx="676656" cy="676656"/>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defRPr lang="en-US" sz="512" dirty="0"/>
            </a:lvl1pPr>
          </a:lstStyle>
          <a:p>
            <a:pPr lvl="0" algn="ctr">
              <a:lnSpc>
                <a:spcPct val="90000"/>
              </a:lnSpc>
            </a:pPr>
            <a:r>
              <a:rPr lang="en-US" dirty="0"/>
              <a:t>Insert headshot</a:t>
            </a:r>
          </a:p>
        </p:txBody>
      </p:sp>
      <p:sp>
        <p:nvSpPr>
          <p:cNvPr id="24" name="Picture Placeholder 9">
            <a:extLst>
              <a:ext uri="{FF2B5EF4-FFF2-40B4-BE49-F238E27FC236}">
                <a16:creationId xmlns:a16="http://schemas.microsoft.com/office/drawing/2014/main" id="{0BCC4514-35D8-8329-8047-41C27FD98240}"/>
              </a:ext>
            </a:extLst>
          </p:cNvPr>
          <p:cNvSpPr>
            <a:spLocks noGrp="1"/>
          </p:cNvSpPr>
          <p:nvPr>
            <p:ph type="pic" sz="quarter" idx="59" hasCustomPrompt="1"/>
          </p:nvPr>
        </p:nvSpPr>
        <p:spPr>
          <a:xfrm>
            <a:off x="6336052" y="2423239"/>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defRPr lang="en-US" sz="512" dirty="0"/>
            </a:lvl1pPr>
          </a:lstStyle>
          <a:p>
            <a:pPr lvl="0" algn="ctr">
              <a:lnSpc>
                <a:spcPct val="90000"/>
              </a:lnSpc>
            </a:pPr>
            <a:r>
              <a:rPr lang="en-US" dirty="0"/>
              <a:t>Insert headshot</a:t>
            </a:r>
          </a:p>
        </p:txBody>
      </p:sp>
      <p:sp>
        <p:nvSpPr>
          <p:cNvPr id="25" name="Picture Placeholder 9">
            <a:extLst>
              <a:ext uri="{FF2B5EF4-FFF2-40B4-BE49-F238E27FC236}">
                <a16:creationId xmlns:a16="http://schemas.microsoft.com/office/drawing/2014/main" id="{EC946A05-120A-8644-2ACA-01485C9FB03E}"/>
              </a:ext>
            </a:extLst>
          </p:cNvPr>
          <p:cNvSpPr>
            <a:spLocks noGrp="1"/>
          </p:cNvSpPr>
          <p:nvPr>
            <p:ph type="pic" sz="quarter" idx="60" hasCustomPrompt="1"/>
          </p:nvPr>
        </p:nvSpPr>
        <p:spPr>
          <a:xfrm>
            <a:off x="7702628" y="2423239"/>
            <a:ext cx="676656" cy="672143"/>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457200" rtlCol="0" anchor="ctr" anchorCtr="1">
            <a:noAutofit/>
          </a:bodyPr>
          <a:lstStyle>
            <a:lvl1pPr>
              <a:defRPr lang="en-US" sz="512" dirty="0"/>
            </a:lvl1pPr>
          </a:lstStyle>
          <a:p>
            <a:pPr lvl="0" algn="ctr">
              <a:lnSpc>
                <a:spcPct val="90000"/>
              </a:lnSpc>
            </a:pPr>
            <a:r>
              <a:rPr lang="en-US" dirty="0"/>
              <a:t>Insert headshot</a:t>
            </a:r>
          </a:p>
        </p:txBody>
      </p:sp>
      <p:sp>
        <p:nvSpPr>
          <p:cNvPr id="26" name="Picture Placeholder 9">
            <a:extLst>
              <a:ext uri="{FF2B5EF4-FFF2-40B4-BE49-F238E27FC236}">
                <a16:creationId xmlns:a16="http://schemas.microsoft.com/office/drawing/2014/main" id="{62FE4CBC-C430-6AE5-D841-DA25B5CC70CA}"/>
              </a:ext>
            </a:extLst>
          </p:cNvPr>
          <p:cNvSpPr>
            <a:spLocks noGrp="1"/>
          </p:cNvSpPr>
          <p:nvPr>
            <p:ph type="pic" sz="quarter" idx="61" hasCustomPrompt="1"/>
          </p:nvPr>
        </p:nvSpPr>
        <p:spPr>
          <a:xfrm>
            <a:off x="974574" y="3586929"/>
            <a:ext cx="420624" cy="420624"/>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52" name="Picture Placeholder 9">
            <a:extLst>
              <a:ext uri="{FF2B5EF4-FFF2-40B4-BE49-F238E27FC236}">
                <a16:creationId xmlns:a16="http://schemas.microsoft.com/office/drawing/2014/main" id="{0389DEBD-ED05-67CB-56B2-6104AC1A58EC}"/>
              </a:ext>
            </a:extLst>
          </p:cNvPr>
          <p:cNvSpPr>
            <a:spLocks noGrp="1"/>
          </p:cNvSpPr>
          <p:nvPr>
            <p:ph type="pic" sz="quarter" idx="67" hasCustomPrompt="1"/>
          </p:nvPr>
        </p:nvSpPr>
        <p:spPr>
          <a:xfrm>
            <a:off x="974574" y="4443322"/>
            <a:ext cx="420624" cy="420624"/>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58" name="Picture Placeholder 9">
            <a:extLst>
              <a:ext uri="{FF2B5EF4-FFF2-40B4-BE49-F238E27FC236}">
                <a16:creationId xmlns:a16="http://schemas.microsoft.com/office/drawing/2014/main" id="{0886BE77-0169-0F8D-4236-E0EC48579C42}"/>
              </a:ext>
            </a:extLst>
          </p:cNvPr>
          <p:cNvSpPr>
            <a:spLocks noGrp="1"/>
          </p:cNvSpPr>
          <p:nvPr>
            <p:ph type="pic" sz="quarter" idx="73" hasCustomPrompt="1"/>
          </p:nvPr>
        </p:nvSpPr>
        <p:spPr>
          <a:xfrm>
            <a:off x="974574"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15" name="Text Placeholder 133">
            <a:extLst>
              <a:ext uri="{FF2B5EF4-FFF2-40B4-BE49-F238E27FC236}">
                <a16:creationId xmlns:a16="http://schemas.microsoft.com/office/drawing/2014/main" id="{80F5879A-4D9D-0A1F-BB89-CA8A56BABAA6}"/>
              </a:ext>
            </a:extLst>
          </p:cNvPr>
          <p:cNvSpPr>
            <a:spLocks noGrp="1"/>
          </p:cNvSpPr>
          <p:nvPr>
            <p:ph type="body" sz="quarter" idx="150"/>
          </p:nvPr>
        </p:nvSpPr>
        <p:spPr>
          <a:xfrm rot="5400000">
            <a:off x="4576261" y="-1082988"/>
            <a:ext cx="6235" cy="6831106"/>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17" name="Text Placeholder 133">
            <a:extLst>
              <a:ext uri="{FF2B5EF4-FFF2-40B4-BE49-F238E27FC236}">
                <a16:creationId xmlns:a16="http://schemas.microsoft.com/office/drawing/2014/main" id="{6C861B27-770C-717C-E64C-29A924D31132}"/>
              </a:ext>
            </a:extLst>
          </p:cNvPr>
          <p:cNvSpPr>
            <a:spLocks noGrp="1"/>
          </p:cNvSpPr>
          <p:nvPr>
            <p:ph type="body" sz="quarter" idx="151"/>
          </p:nvPr>
        </p:nvSpPr>
        <p:spPr>
          <a:xfrm>
            <a:off x="4573289" y="2207877"/>
            <a:ext cx="5379" cy="124691"/>
          </a:xfrm>
          <a:solidFill>
            <a:schemeClr val="tx1"/>
          </a:solidFill>
        </p:spPr>
        <p:txBody>
          <a:bodyPr/>
          <a:lstStyle>
            <a:lvl1pPr>
              <a:defRPr sz="100" b="0" i="0">
                <a:solidFill>
                  <a:schemeClr val="accent1">
                    <a:alpha val="0"/>
                  </a:schemeClr>
                </a:solidFill>
                <a:latin typeface="Spectrum Sans" panose="020B0502020503020304" pitchFamily="34" charset="0"/>
                <a:cs typeface="Spectrum Sans" panose="020B0502020503020304" pitchFamily="34" charset="0"/>
              </a:defRPr>
            </a:lvl1pPr>
            <a:lvl2pPr>
              <a:defRPr sz="100">
                <a:solidFill>
                  <a:schemeClr val="accent1">
                    <a:alpha val="0"/>
                  </a:schemeClr>
                </a:solidFill>
              </a:defRPr>
            </a:lvl2pPr>
            <a:lvl3pPr>
              <a:defRPr sz="100">
                <a:solidFill>
                  <a:schemeClr val="accent1">
                    <a:alpha val="0"/>
                  </a:schemeClr>
                </a:solidFill>
              </a:defRPr>
            </a:lvl3pPr>
            <a:lvl4pPr>
              <a:defRPr sz="100">
                <a:solidFill>
                  <a:schemeClr val="tx1">
                    <a:alpha val="0"/>
                  </a:schemeClr>
                </a:solidFill>
              </a:defRPr>
            </a:lvl4pPr>
            <a:lvl5pPr>
              <a:defRPr sz="100">
                <a:solidFill>
                  <a:schemeClr val="tx1">
                    <a:alpha val="0"/>
                  </a:schemeClr>
                </a:solidFill>
              </a:defRPr>
            </a:lvl5pPr>
          </a:lstStyle>
          <a:p>
            <a:pPr lvl="0"/>
            <a:r>
              <a:rPr lang="en-US"/>
              <a:t>Click to edit Master text styles</a:t>
            </a:r>
          </a:p>
        </p:txBody>
      </p:sp>
      <p:sp>
        <p:nvSpPr>
          <p:cNvPr id="32" name="Text Placeholder 33">
            <a:extLst>
              <a:ext uri="{FF2B5EF4-FFF2-40B4-BE49-F238E27FC236}">
                <a16:creationId xmlns:a16="http://schemas.microsoft.com/office/drawing/2014/main" id="{4CEF0EC7-3EE1-1B88-21D7-F0A34C31B1B8}"/>
              </a:ext>
            </a:extLst>
          </p:cNvPr>
          <p:cNvSpPr>
            <a:spLocks noGrp="1"/>
          </p:cNvSpPr>
          <p:nvPr>
            <p:ph type="body" sz="quarter" idx="84" hasCustomPrompt="1"/>
          </p:nvPr>
        </p:nvSpPr>
        <p:spPr>
          <a:xfrm>
            <a:off x="507160"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33" name="Text Placeholder 33">
            <a:extLst>
              <a:ext uri="{FF2B5EF4-FFF2-40B4-BE49-F238E27FC236}">
                <a16:creationId xmlns:a16="http://schemas.microsoft.com/office/drawing/2014/main" id="{35834373-9680-65C8-91C8-3F867980A32B}"/>
              </a:ext>
            </a:extLst>
          </p:cNvPr>
          <p:cNvSpPr>
            <a:spLocks noGrp="1"/>
          </p:cNvSpPr>
          <p:nvPr>
            <p:ph type="body" sz="quarter" idx="85" hasCustomPrompt="1"/>
          </p:nvPr>
        </p:nvSpPr>
        <p:spPr>
          <a:xfrm>
            <a:off x="634061"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40" name="Text Placeholder 33">
            <a:extLst>
              <a:ext uri="{FF2B5EF4-FFF2-40B4-BE49-F238E27FC236}">
                <a16:creationId xmlns:a16="http://schemas.microsoft.com/office/drawing/2014/main" id="{24DB611B-45E1-340B-5628-1F6DA222E6C9}"/>
              </a:ext>
            </a:extLst>
          </p:cNvPr>
          <p:cNvSpPr>
            <a:spLocks noGrp="1"/>
          </p:cNvSpPr>
          <p:nvPr>
            <p:ph type="body" sz="quarter" idx="86" hasCustomPrompt="1"/>
          </p:nvPr>
        </p:nvSpPr>
        <p:spPr>
          <a:xfrm>
            <a:off x="634061"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41" name="Text Placeholder 33">
            <a:extLst>
              <a:ext uri="{FF2B5EF4-FFF2-40B4-BE49-F238E27FC236}">
                <a16:creationId xmlns:a16="http://schemas.microsoft.com/office/drawing/2014/main" id="{0D426F3A-394D-D6C4-403F-ECC8E72D9D23}"/>
              </a:ext>
            </a:extLst>
          </p:cNvPr>
          <p:cNvSpPr>
            <a:spLocks noGrp="1"/>
          </p:cNvSpPr>
          <p:nvPr>
            <p:ph type="body" sz="quarter" idx="87" hasCustomPrompt="1"/>
          </p:nvPr>
        </p:nvSpPr>
        <p:spPr>
          <a:xfrm>
            <a:off x="634061"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101" name="Picture Placeholder 9">
            <a:extLst>
              <a:ext uri="{FF2B5EF4-FFF2-40B4-BE49-F238E27FC236}">
                <a16:creationId xmlns:a16="http://schemas.microsoft.com/office/drawing/2014/main" id="{9DFC85F6-9B1A-25E2-1918-8D2A6A6C92B4}"/>
              </a:ext>
            </a:extLst>
          </p:cNvPr>
          <p:cNvSpPr>
            <a:spLocks noGrp="1"/>
          </p:cNvSpPr>
          <p:nvPr>
            <p:ph type="pic" sz="quarter" idx="50" hasCustomPrompt="1"/>
          </p:nvPr>
        </p:nvSpPr>
        <p:spPr>
          <a:xfrm>
            <a:off x="4237315" y="1040832"/>
            <a:ext cx="795528" cy="795528"/>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182880" rIns="0" bIns="822960" rtlCol="0" anchor="ctr" anchorCtr="1">
            <a:noAutofit/>
          </a:bodyPr>
          <a:lstStyle>
            <a:lvl1pPr>
              <a:defRPr lang="en-US" sz="600" dirty="0"/>
            </a:lvl1pPr>
          </a:lstStyle>
          <a:p>
            <a:pPr lvl="0" algn="ctr"/>
            <a:r>
              <a:rPr lang="en-US" dirty="0"/>
              <a:t>Insert headshot</a:t>
            </a:r>
          </a:p>
        </p:txBody>
      </p:sp>
      <p:sp>
        <p:nvSpPr>
          <p:cNvPr id="102" name="Text Placeholder 33">
            <a:extLst>
              <a:ext uri="{FF2B5EF4-FFF2-40B4-BE49-F238E27FC236}">
                <a16:creationId xmlns:a16="http://schemas.microsoft.com/office/drawing/2014/main" id="{BC6020F5-0A51-7F75-C8EC-785D67C73B09}"/>
              </a:ext>
            </a:extLst>
          </p:cNvPr>
          <p:cNvSpPr>
            <a:spLocks noGrp="1"/>
          </p:cNvSpPr>
          <p:nvPr>
            <p:ph type="body" sz="quarter" idx="103" hasCustomPrompt="1"/>
          </p:nvPr>
        </p:nvSpPr>
        <p:spPr>
          <a:xfrm>
            <a:off x="3703506" y="1835090"/>
            <a:ext cx="1744982" cy="366650"/>
          </a:xfrm>
          <a:solidFill>
            <a:schemeClr val="bg1"/>
          </a:solidFill>
        </p:spPr>
        <p:txBody>
          <a:bodyPr tIns="91440" bIns="91440" anchor="ctr" anchorCtr="0"/>
          <a:lstStyle>
            <a:lvl1pPr algn="ctr">
              <a:lnSpc>
                <a:spcPct val="100000"/>
              </a:lnSpc>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marL="132157" indent="0" algn="ctr">
              <a:lnSpc>
                <a:spcPct val="100000"/>
              </a:lnSpc>
              <a:spcBef>
                <a:spcPts val="0"/>
              </a:spcBef>
              <a:buNone/>
              <a:defRPr sz="920" b="0" i="0">
                <a:latin typeface="Spectrum Sans Book" panose="020B0402020503020304" pitchFamily="34" charset="0"/>
                <a:cs typeface="Spectrum Sans Book" panose="020B04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p:txBody>
      </p:sp>
      <p:sp>
        <p:nvSpPr>
          <p:cNvPr id="7" name="Text Placeholder 7">
            <a:extLst>
              <a:ext uri="{FF2B5EF4-FFF2-40B4-BE49-F238E27FC236}">
                <a16:creationId xmlns:a16="http://schemas.microsoft.com/office/drawing/2014/main" id="{FFB568AC-4D9D-B111-ACDC-692988A50412}"/>
              </a:ext>
            </a:extLst>
          </p:cNvPr>
          <p:cNvSpPr>
            <a:spLocks noGrp="1"/>
          </p:cNvSpPr>
          <p:nvPr>
            <p:ph type="body" sz="quarter" idx="13" hasCustomPrompt="1"/>
          </p:nvPr>
        </p:nvSpPr>
        <p:spPr>
          <a:xfrm>
            <a:off x="372665" y="365760"/>
            <a:ext cx="8401050" cy="182880"/>
          </a:xfrm>
          <a:prstGeom prst="rect">
            <a:avLst/>
          </a:prstGeom>
        </p:spPr>
        <p:txBody>
          <a:bodyPr vert="horz" lIns="0" tIns="0" rIns="0" bIns="0" rtlCol="0">
            <a:noAutofit/>
          </a:bodyPr>
          <a:lstStyle>
            <a:lvl1pPr>
              <a:defRPr lang="en-US" sz="900" b="1" i="0" cap="all" baseline="0" dirty="0">
                <a:solidFill>
                  <a:schemeClr val="accent2">
                    <a:alpha val="85000"/>
                  </a:schemeClr>
                </a:solidFill>
                <a:latin typeface="Spectrum Sans" panose="020B0502020503020304" pitchFamily="34" charset="0"/>
                <a:cs typeface="Spectrum Sans" panose="020B0502020503020304" pitchFamily="34" charset="0"/>
              </a:defRPr>
            </a:lvl1pPr>
          </a:lstStyle>
          <a:p>
            <a:pPr lvl="0"/>
            <a:r>
              <a:rPr lang="en-US" dirty="0"/>
              <a:t>eyebrow</a:t>
            </a:r>
          </a:p>
        </p:txBody>
      </p:sp>
      <p:sp>
        <p:nvSpPr>
          <p:cNvPr id="64" name="Picture Placeholder 9">
            <a:extLst>
              <a:ext uri="{FF2B5EF4-FFF2-40B4-BE49-F238E27FC236}">
                <a16:creationId xmlns:a16="http://schemas.microsoft.com/office/drawing/2014/main" id="{4DBC1CA4-0E3A-ED0C-7F46-6B35F4DEC2E9}"/>
              </a:ext>
            </a:extLst>
          </p:cNvPr>
          <p:cNvSpPr>
            <a:spLocks noGrp="1"/>
          </p:cNvSpPr>
          <p:nvPr>
            <p:ph type="pic" sz="quarter" idx="152" hasCustomPrompt="1"/>
          </p:nvPr>
        </p:nvSpPr>
        <p:spPr>
          <a:xfrm>
            <a:off x="2346174" y="3588542"/>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65" name="Picture Placeholder 9">
            <a:extLst>
              <a:ext uri="{FF2B5EF4-FFF2-40B4-BE49-F238E27FC236}">
                <a16:creationId xmlns:a16="http://schemas.microsoft.com/office/drawing/2014/main" id="{707EC07F-D61A-5614-E709-370CAE72D235}"/>
              </a:ext>
            </a:extLst>
          </p:cNvPr>
          <p:cNvSpPr>
            <a:spLocks noGrp="1"/>
          </p:cNvSpPr>
          <p:nvPr>
            <p:ph type="pic" sz="quarter" idx="153" hasCustomPrompt="1"/>
          </p:nvPr>
        </p:nvSpPr>
        <p:spPr>
          <a:xfrm>
            <a:off x="2346174" y="444493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66" name="Picture Placeholder 9">
            <a:extLst>
              <a:ext uri="{FF2B5EF4-FFF2-40B4-BE49-F238E27FC236}">
                <a16:creationId xmlns:a16="http://schemas.microsoft.com/office/drawing/2014/main" id="{929BC0E6-60AC-EC71-87EE-0691926C72F8}"/>
              </a:ext>
            </a:extLst>
          </p:cNvPr>
          <p:cNvSpPr>
            <a:spLocks noGrp="1"/>
          </p:cNvSpPr>
          <p:nvPr>
            <p:ph type="pic" sz="quarter" idx="154" hasCustomPrompt="1"/>
          </p:nvPr>
        </p:nvSpPr>
        <p:spPr>
          <a:xfrm>
            <a:off x="2346174"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67" name="Text Placeholder 33">
            <a:extLst>
              <a:ext uri="{FF2B5EF4-FFF2-40B4-BE49-F238E27FC236}">
                <a16:creationId xmlns:a16="http://schemas.microsoft.com/office/drawing/2014/main" id="{767F2C11-A346-FD1C-9241-570AD077BEE1}"/>
              </a:ext>
            </a:extLst>
          </p:cNvPr>
          <p:cNvSpPr>
            <a:spLocks noGrp="1"/>
          </p:cNvSpPr>
          <p:nvPr>
            <p:ph type="body" sz="quarter" idx="155" hasCustomPrompt="1"/>
          </p:nvPr>
        </p:nvSpPr>
        <p:spPr>
          <a:xfrm>
            <a:off x="1878760"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68" name="Text Placeholder 33">
            <a:extLst>
              <a:ext uri="{FF2B5EF4-FFF2-40B4-BE49-F238E27FC236}">
                <a16:creationId xmlns:a16="http://schemas.microsoft.com/office/drawing/2014/main" id="{26CB8F69-6DA2-640E-DBD8-64985ED94EC3}"/>
              </a:ext>
            </a:extLst>
          </p:cNvPr>
          <p:cNvSpPr>
            <a:spLocks noGrp="1"/>
          </p:cNvSpPr>
          <p:nvPr>
            <p:ph type="body" sz="quarter" idx="156" hasCustomPrompt="1"/>
          </p:nvPr>
        </p:nvSpPr>
        <p:spPr>
          <a:xfrm>
            <a:off x="2005661"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69" name="Text Placeholder 33">
            <a:extLst>
              <a:ext uri="{FF2B5EF4-FFF2-40B4-BE49-F238E27FC236}">
                <a16:creationId xmlns:a16="http://schemas.microsoft.com/office/drawing/2014/main" id="{6CD2B837-34A7-9893-96D6-A4C667D2FE94}"/>
              </a:ext>
            </a:extLst>
          </p:cNvPr>
          <p:cNvSpPr>
            <a:spLocks noGrp="1"/>
          </p:cNvSpPr>
          <p:nvPr>
            <p:ph type="body" sz="quarter" idx="157" hasCustomPrompt="1"/>
          </p:nvPr>
        </p:nvSpPr>
        <p:spPr>
          <a:xfrm>
            <a:off x="2005661"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70" name="Text Placeholder 33">
            <a:extLst>
              <a:ext uri="{FF2B5EF4-FFF2-40B4-BE49-F238E27FC236}">
                <a16:creationId xmlns:a16="http://schemas.microsoft.com/office/drawing/2014/main" id="{7DE0CF93-AFD5-9B59-C1BA-2443AFC8A6F2}"/>
              </a:ext>
            </a:extLst>
          </p:cNvPr>
          <p:cNvSpPr>
            <a:spLocks noGrp="1"/>
          </p:cNvSpPr>
          <p:nvPr>
            <p:ph type="body" sz="quarter" idx="158" hasCustomPrompt="1"/>
          </p:nvPr>
        </p:nvSpPr>
        <p:spPr>
          <a:xfrm>
            <a:off x="2005661"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71" name="Picture Placeholder 9">
            <a:extLst>
              <a:ext uri="{FF2B5EF4-FFF2-40B4-BE49-F238E27FC236}">
                <a16:creationId xmlns:a16="http://schemas.microsoft.com/office/drawing/2014/main" id="{6A26FC42-EF9C-854E-77C6-D7F1B61617B6}"/>
              </a:ext>
            </a:extLst>
          </p:cNvPr>
          <p:cNvSpPr>
            <a:spLocks noGrp="1"/>
          </p:cNvSpPr>
          <p:nvPr>
            <p:ph type="pic" sz="quarter" idx="159" hasCustomPrompt="1"/>
          </p:nvPr>
        </p:nvSpPr>
        <p:spPr>
          <a:xfrm>
            <a:off x="3711705" y="3588542"/>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72" name="Picture Placeholder 9">
            <a:extLst>
              <a:ext uri="{FF2B5EF4-FFF2-40B4-BE49-F238E27FC236}">
                <a16:creationId xmlns:a16="http://schemas.microsoft.com/office/drawing/2014/main" id="{133ADB17-3F07-8775-3B85-19C3ADA8251C}"/>
              </a:ext>
            </a:extLst>
          </p:cNvPr>
          <p:cNvSpPr>
            <a:spLocks noGrp="1"/>
          </p:cNvSpPr>
          <p:nvPr>
            <p:ph type="pic" sz="quarter" idx="160" hasCustomPrompt="1"/>
          </p:nvPr>
        </p:nvSpPr>
        <p:spPr>
          <a:xfrm>
            <a:off x="3711705" y="444493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73" name="Picture Placeholder 9">
            <a:extLst>
              <a:ext uri="{FF2B5EF4-FFF2-40B4-BE49-F238E27FC236}">
                <a16:creationId xmlns:a16="http://schemas.microsoft.com/office/drawing/2014/main" id="{FA0F444C-897E-C213-67BA-A26504916076}"/>
              </a:ext>
            </a:extLst>
          </p:cNvPr>
          <p:cNvSpPr>
            <a:spLocks noGrp="1"/>
          </p:cNvSpPr>
          <p:nvPr>
            <p:ph type="pic" sz="quarter" idx="161" hasCustomPrompt="1"/>
          </p:nvPr>
        </p:nvSpPr>
        <p:spPr>
          <a:xfrm>
            <a:off x="3711705"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74" name="Text Placeholder 33">
            <a:extLst>
              <a:ext uri="{FF2B5EF4-FFF2-40B4-BE49-F238E27FC236}">
                <a16:creationId xmlns:a16="http://schemas.microsoft.com/office/drawing/2014/main" id="{96AFC016-2E0D-1085-41B1-9F292FBAF43B}"/>
              </a:ext>
            </a:extLst>
          </p:cNvPr>
          <p:cNvSpPr>
            <a:spLocks noGrp="1"/>
          </p:cNvSpPr>
          <p:nvPr>
            <p:ph type="body" sz="quarter" idx="162" hasCustomPrompt="1"/>
          </p:nvPr>
        </p:nvSpPr>
        <p:spPr>
          <a:xfrm>
            <a:off x="3244291"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75" name="Text Placeholder 33">
            <a:extLst>
              <a:ext uri="{FF2B5EF4-FFF2-40B4-BE49-F238E27FC236}">
                <a16:creationId xmlns:a16="http://schemas.microsoft.com/office/drawing/2014/main" id="{1B006AC4-9F58-861B-E85B-259A522246BC}"/>
              </a:ext>
            </a:extLst>
          </p:cNvPr>
          <p:cNvSpPr>
            <a:spLocks noGrp="1"/>
          </p:cNvSpPr>
          <p:nvPr>
            <p:ph type="body" sz="quarter" idx="163" hasCustomPrompt="1"/>
          </p:nvPr>
        </p:nvSpPr>
        <p:spPr>
          <a:xfrm>
            <a:off x="3371192"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76" name="Text Placeholder 33">
            <a:extLst>
              <a:ext uri="{FF2B5EF4-FFF2-40B4-BE49-F238E27FC236}">
                <a16:creationId xmlns:a16="http://schemas.microsoft.com/office/drawing/2014/main" id="{11BFC919-0B72-BE0D-0CB3-785E1A668435}"/>
              </a:ext>
            </a:extLst>
          </p:cNvPr>
          <p:cNvSpPr>
            <a:spLocks noGrp="1"/>
          </p:cNvSpPr>
          <p:nvPr>
            <p:ph type="body" sz="quarter" idx="164" hasCustomPrompt="1"/>
          </p:nvPr>
        </p:nvSpPr>
        <p:spPr>
          <a:xfrm>
            <a:off x="3371192"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77" name="Text Placeholder 33">
            <a:extLst>
              <a:ext uri="{FF2B5EF4-FFF2-40B4-BE49-F238E27FC236}">
                <a16:creationId xmlns:a16="http://schemas.microsoft.com/office/drawing/2014/main" id="{DE29A58E-EDAA-A34C-34F3-36E71F88543E}"/>
              </a:ext>
            </a:extLst>
          </p:cNvPr>
          <p:cNvSpPr>
            <a:spLocks noGrp="1"/>
          </p:cNvSpPr>
          <p:nvPr>
            <p:ph type="body" sz="quarter" idx="165" hasCustomPrompt="1"/>
          </p:nvPr>
        </p:nvSpPr>
        <p:spPr>
          <a:xfrm>
            <a:off x="3371192"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78" name="Picture Placeholder 9">
            <a:extLst>
              <a:ext uri="{FF2B5EF4-FFF2-40B4-BE49-F238E27FC236}">
                <a16:creationId xmlns:a16="http://schemas.microsoft.com/office/drawing/2014/main" id="{8C402D55-DEF4-271D-7E7F-4EA69B4ED3A7}"/>
              </a:ext>
            </a:extLst>
          </p:cNvPr>
          <p:cNvSpPr>
            <a:spLocks noGrp="1"/>
          </p:cNvSpPr>
          <p:nvPr>
            <p:ph type="pic" sz="quarter" idx="166" hasCustomPrompt="1"/>
          </p:nvPr>
        </p:nvSpPr>
        <p:spPr>
          <a:xfrm>
            <a:off x="5077236" y="3588542"/>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79" name="Picture Placeholder 9">
            <a:extLst>
              <a:ext uri="{FF2B5EF4-FFF2-40B4-BE49-F238E27FC236}">
                <a16:creationId xmlns:a16="http://schemas.microsoft.com/office/drawing/2014/main" id="{9C2626AB-123F-510D-C985-A06FB4F35449}"/>
              </a:ext>
            </a:extLst>
          </p:cNvPr>
          <p:cNvSpPr>
            <a:spLocks noGrp="1"/>
          </p:cNvSpPr>
          <p:nvPr>
            <p:ph type="pic" sz="quarter" idx="167" hasCustomPrompt="1"/>
          </p:nvPr>
        </p:nvSpPr>
        <p:spPr>
          <a:xfrm>
            <a:off x="5077236" y="444493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80" name="Picture Placeholder 9">
            <a:extLst>
              <a:ext uri="{FF2B5EF4-FFF2-40B4-BE49-F238E27FC236}">
                <a16:creationId xmlns:a16="http://schemas.microsoft.com/office/drawing/2014/main" id="{8480072E-E8E8-3B02-9B76-2161DC98A6A4}"/>
              </a:ext>
            </a:extLst>
          </p:cNvPr>
          <p:cNvSpPr>
            <a:spLocks noGrp="1"/>
          </p:cNvSpPr>
          <p:nvPr>
            <p:ph type="pic" sz="quarter" idx="168" hasCustomPrompt="1"/>
          </p:nvPr>
        </p:nvSpPr>
        <p:spPr>
          <a:xfrm>
            <a:off x="5077236"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81" name="Text Placeholder 33">
            <a:extLst>
              <a:ext uri="{FF2B5EF4-FFF2-40B4-BE49-F238E27FC236}">
                <a16:creationId xmlns:a16="http://schemas.microsoft.com/office/drawing/2014/main" id="{B182A47D-A564-1B6F-6591-F8A74C0D27E3}"/>
              </a:ext>
            </a:extLst>
          </p:cNvPr>
          <p:cNvSpPr>
            <a:spLocks noGrp="1"/>
          </p:cNvSpPr>
          <p:nvPr>
            <p:ph type="body" sz="quarter" idx="169" hasCustomPrompt="1"/>
          </p:nvPr>
        </p:nvSpPr>
        <p:spPr>
          <a:xfrm>
            <a:off x="4609822"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82" name="Text Placeholder 33">
            <a:extLst>
              <a:ext uri="{FF2B5EF4-FFF2-40B4-BE49-F238E27FC236}">
                <a16:creationId xmlns:a16="http://schemas.microsoft.com/office/drawing/2014/main" id="{B0B66F1D-DB97-8DB7-8DC4-1B29DEB93742}"/>
              </a:ext>
            </a:extLst>
          </p:cNvPr>
          <p:cNvSpPr>
            <a:spLocks noGrp="1"/>
          </p:cNvSpPr>
          <p:nvPr>
            <p:ph type="body" sz="quarter" idx="170" hasCustomPrompt="1"/>
          </p:nvPr>
        </p:nvSpPr>
        <p:spPr>
          <a:xfrm>
            <a:off x="4736723"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83" name="Text Placeholder 33">
            <a:extLst>
              <a:ext uri="{FF2B5EF4-FFF2-40B4-BE49-F238E27FC236}">
                <a16:creationId xmlns:a16="http://schemas.microsoft.com/office/drawing/2014/main" id="{851EC198-2C9E-16F6-0675-64EA98597D1D}"/>
              </a:ext>
            </a:extLst>
          </p:cNvPr>
          <p:cNvSpPr>
            <a:spLocks noGrp="1"/>
          </p:cNvSpPr>
          <p:nvPr>
            <p:ph type="body" sz="quarter" idx="171" hasCustomPrompt="1"/>
          </p:nvPr>
        </p:nvSpPr>
        <p:spPr>
          <a:xfrm>
            <a:off x="4736723"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84" name="Text Placeholder 33">
            <a:extLst>
              <a:ext uri="{FF2B5EF4-FFF2-40B4-BE49-F238E27FC236}">
                <a16:creationId xmlns:a16="http://schemas.microsoft.com/office/drawing/2014/main" id="{E094D381-B57C-C847-1861-CAB0E01D812E}"/>
              </a:ext>
            </a:extLst>
          </p:cNvPr>
          <p:cNvSpPr>
            <a:spLocks noGrp="1"/>
          </p:cNvSpPr>
          <p:nvPr>
            <p:ph type="body" sz="quarter" idx="172" hasCustomPrompt="1"/>
          </p:nvPr>
        </p:nvSpPr>
        <p:spPr>
          <a:xfrm>
            <a:off x="4736723"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85" name="Picture Placeholder 9">
            <a:extLst>
              <a:ext uri="{FF2B5EF4-FFF2-40B4-BE49-F238E27FC236}">
                <a16:creationId xmlns:a16="http://schemas.microsoft.com/office/drawing/2014/main" id="{B7D26931-EA84-50F5-3199-438BA3792A61}"/>
              </a:ext>
            </a:extLst>
          </p:cNvPr>
          <p:cNvSpPr>
            <a:spLocks noGrp="1"/>
          </p:cNvSpPr>
          <p:nvPr>
            <p:ph type="pic" sz="quarter" idx="173" hasCustomPrompt="1"/>
          </p:nvPr>
        </p:nvSpPr>
        <p:spPr>
          <a:xfrm>
            <a:off x="6436698" y="3588542"/>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86" name="Picture Placeholder 9">
            <a:extLst>
              <a:ext uri="{FF2B5EF4-FFF2-40B4-BE49-F238E27FC236}">
                <a16:creationId xmlns:a16="http://schemas.microsoft.com/office/drawing/2014/main" id="{F1867D53-6F60-0D26-2DA0-5A0D1379A1B6}"/>
              </a:ext>
            </a:extLst>
          </p:cNvPr>
          <p:cNvSpPr>
            <a:spLocks noGrp="1"/>
          </p:cNvSpPr>
          <p:nvPr>
            <p:ph type="pic" sz="quarter" idx="174" hasCustomPrompt="1"/>
          </p:nvPr>
        </p:nvSpPr>
        <p:spPr>
          <a:xfrm>
            <a:off x="6436698" y="444493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87" name="Picture Placeholder 9">
            <a:extLst>
              <a:ext uri="{FF2B5EF4-FFF2-40B4-BE49-F238E27FC236}">
                <a16:creationId xmlns:a16="http://schemas.microsoft.com/office/drawing/2014/main" id="{2EFDFCF8-CDB1-0350-575C-15AB22D119A7}"/>
              </a:ext>
            </a:extLst>
          </p:cNvPr>
          <p:cNvSpPr>
            <a:spLocks noGrp="1"/>
          </p:cNvSpPr>
          <p:nvPr>
            <p:ph type="pic" sz="quarter" idx="175" hasCustomPrompt="1"/>
          </p:nvPr>
        </p:nvSpPr>
        <p:spPr>
          <a:xfrm>
            <a:off x="6436698"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88" name="Text Placeholder 33">
            <a:extLst>
              <a:ext uri="{FF2B5EF4-FFF2-40B4-BE49-F238E27FC236}">
                <a16:creationId xmlns:a16="http://schemas.microsoft.com/office/drawing/2014/main" id="{0AB8A433-540D-4D98-C1F4-9D42EC5C98D2}"/>
              </a:ext>
            </a:extLst>
          </p:cNvPr>
          <p:cNvSpPr>
            <a:spLocks noGrp="1"/>
          </p:cNvSpPr>
          <p:nvPr>
            <p:ph type="body" sz="quarter" idx="176" hasCustomPrompt="1"/>
          </p:nvPr>
        </p:nvSpPr>
        <p:spPr>
          <a:xfrm>
            <a:off x="5969284"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99" name="Text Placeholder 33">
            <a:extLst>
              <a:ext uri="{FF2B5EF4-FFF2-40B4-BE49-F238E27FC236}">
                <a16:creationId xmlns:a16="http://schemas.microsoft.com/office/drawing/2014/main" id="{3C733C43-A720-9680-AD0A-EC6EDEFED5EE}"/>
              </a:ext>
            </a:extLst>
          </p:cNvPr>
          <p:cNvSpPr>
            <a:spLocks noGrp="1"/>
          </p:cNvSpPr>
          <p:nvPr>
            <p:ph type="body" sz="quarter" idx="177" hasCustomPrompt="1"/>
          </p:nvPr>
        </p:nvSpPr>
        <p:spPr>
          <a:xfrm>
            <a:off x="6096185"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100" name="Text Placeholder 33">
            <a:extLst>
              <a:ext uri="{FF2B5EF4-FFF2-40B4-BE49-F238E27FC236}">
                <a16:creationId xmlns:a16="http://schemas.microsoft.com/office/drawing/2014/main" id="{3549F953-6A18-53F5-CE16-1A43480C48CE}"/>
              </a:ext>
            </a:extLst>
          </p:cNvPr>
          <p:cNvSpPr>
            <a:spLocks noGrp="1"/>
          </p:cNvSpPr>
          <p:nvPr>
            <p:ph type="body" sz="quarter" idx="178" hasCustomPrompt="1"/>
          </p:nvPr>
        </p:nvSpPr>
        <p:spPr>
          <a:xfrm>
            <a:off x="6096185"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103" name="Text Placeholder 33">
            <a:extLst>
              <a:ext uri="{FF2B5EF4-FFF2-40B4-BE49-F238E27FC236}">
                <a16:creationId xmlns:a16="http://schemas.microsoft.com/office/drawing/2014/main" id="{C94634AF-31B2-61A4-924A-64361BC14764}"/>
              </a:ext>
            </a:extLst>
          </p:cNvPr>
          <p:cNvSpPr>
            <a:spLocks noGrp="1"/>
          </p:cNvSpPr>
          <p:nvPr>
            <p:ph type="body" sz="quarter" idx="179" hasCustomPrompt="1"/>
          </p:nvPr>
        </p:nvSpPr>
        <p:spPr>
          <a:xfrm>
            <a:off x="6096185"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104" name="Picture Placeholder 9">
            <a:extLst>
              <a:ext uri="{FF2B5EF4-FFF2-40B4-BE49-F238E27FC236}">
                <a16:creationId xmlns:a16="http://schemas.microsoft.com/office/drawing/2014/main" id="{3433D2CA-81B1-4CFC-8F49-28650FFA6B1B}"/>
              </a:ext>
            </a:extLst>
          </p:cNvPr>
          <p:cNvSpPr>
            <a:spLocks noGrp="1"/>
          </p:cNvSpPr>
          <p:nvPr>
            <p:ph type="pic" sz="quarter" idx="180" hasCustomPrompt="1"/>
          </p:nvPr>
        </p:nvSpPr>
        <p:spPr>
          <a:xfrm>
            <a:off x="7813533" y="3588542"/>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105" name="Picture Placeholder 9">
            <a:extLst>
              <a:ext uri="{FF2B5EF4-FFF2-40B4-BE49-F238E27FC236}">
                <a16:creationId xmlns:a16="http://schemas.microsoft.com/office/drawing/2014/main" id="{B3B2D159-A55A-5E4D-1191-247C029C8DED}"/>
              </a:ext>
            </a:extLst>
          </p:cNvPr>
          <p:cNvSpPr>
            <a:spLocks noGrp="1"/>
          </p:cNvSpPr>
          <p:nvPr>
            <p:ph type="pic" sz="quarter" idx="181" hasCustomPrompt="1"/>
          </p:nvPr>
        </p:nvSpPr>
        <p:spPr>
          <a:xfrm>
            <a:off x="7813533" y="444493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106" name="Picture Placeholder 9">
            <a:extLst>
              <a:ext uri="{FF2B5EF4-FFF2-40B4-BE49-F238E27FC236}">
                <a16:creationId xmlns:a16="http://schemas.microsoft.com/office/drawing/2014/main" id="{31C1A5A7-666B-C695-15D1-8B30ECB4205C}"/>
              </a:ext>
            </a:extLst>
          </p:cNvPr>
          <p:cNvSpPr>
            <a:spLocks noGrp="1"/>
          </p:cNvSpPr>
          <p:nvPr>
            <p:ph type="pic" sz="quarter" idx="182" hasCustomPrompt="1"/>
          </p:nvPr>
        </p:nvSpPr>
        <p:spPr>
          <a:xfrm>
            <a:off x="7813533" y="5292865"/>
            <a:ext cx="420624" cy="417399"/>
          </a:xfrm>
          <a:prstGeom prst="roundRect">
            <a:avLst>
              <a:gd name="adj" fmla="val 4631"/>
            </a:avLst>
          </a:prstGeom>
          <a:solidFill>
            <a:schemeClr val="bg1">
              <a:lumMod val="95000"/>
            </a:schemeClr>
          </a:solidFill>
          <a:ln w="12700">
            <a:gradFill>
              <a:gsLst>
                <a:gs pos="0">
                  <a:schemeClr val="accent2"/>
                </a:gs>
                <a:gs pos="100000">
                  <a:schemeClr val="accent3"/>
                </a:gs>
              </a:gsLst>
              <a:lin ang="0" scaled="0"/>
            </a:gradFill>
          </a:ln>
        </p:spPr>
        <p:txBody>
          <a:bodyPr vert="horz" lIns="0" tIns="0" rIns="0" bIns="320040" rtlCol="0" anchor="ctr" anchorCtr="1">
            <a:noAutofit/>
          </a:bodyPr>
          <a:lstStyle>
            <a:lvl1pPr>
              <a:lnSpc>
                <a:spcPct val="90000"/>
              </a:lnSpc>
              <a:defRPr lang="en-US" sz="409" b="0" i="0" dirty="0">
                <a:latin typeface="Spectrum Sans" panose="020B0502020503020304" pitchFamily="34" charset="0"/>
                <a:cs typeface="Spectrum Sans" panose="020B0502020503020304" pitchFamily="34" charset="0"/>
              </a:defRPr>
            </a:lvl1pPr>
          </a:lstStyle>
          <a:p>
            <a:pPr lvl="0" algn="ctr"/>
            <a:r>
              <a:rPr lang="en-US" dirty="0"/>
              <a:t>headshot</a:t>
            </a:r>
          </a:p>
        </p:txBody>
      </p:sp>
      <p:sp>
        <p:nvSpPr>
          <p:cNvPr id="107" name="Text Placeholder 33">
            <a:extLst>
              <a:ext uri="{FF2B5EF4-FFF2-40B4-BE49-F238E27FC236}">
                <a16:creationId xmlns:a16="http://schemas.microsoft.com/office/drawing/2014/main" id="{D94B9755-4F5B-8F23-CD1F-516FFEDAC901}"/>
              </a:ext>
            </a:extLst>
          </p:cNvPr>
          <p:cNvSpPr>
            <a:spLocks noGrp="1"/>
          </p:cNvSpPr>
          <p:nvPr>
            <p:ph type="body" sz="quarter" idx="183" hasCustomPrompt="1"/>
          </p:nvPr>
        </p:nvSpPr>
        <p:spPr>
          <a:xfrm>
            <a:off x="7346121" y="3105745"/>
            <a:ext cx="1294525" cy="364474"/>
          </a:xfrm>
          <a:solidFill>
            <a:schemeClr val="bg1"/>
          </a:solidFill>
        </p:spPr>
        <p:txBody>
          <a:bodyPr/>
          <a:lstStyle>
            <a:lvl1pPr algn="ctr">
              <a:spcBef>
                <a:spcPts val="0"/>
              </a:spcBef>
              <a:defRPr sz="900"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600" b="0" i="0">
                <a:latin typeface="Spectrum Sans" panose="020B0502020503020304" pitchFamily="34" charset="0"/>
                <a:cs typeface="Spectrum Sans" panose="020B0502020503020304" pitchFamily="34" charset="0"/>
              </a:defRPr>
            </a:lvl2pPr>
            <a:lvl3pPr algn="ctr">
              <a:spcBef>
                <a:spcPts val="0"/>
              </a:spcBef>
              <a:defRPr sz="614"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108" name="Text Placeholder 33">
            <a:extLst>
              <a:ext uri="{FF2B5EF4-FFF2-40B4-BE49-F238E27FC236}">
                <a16:creationId xmlns:a16="http://schemas.microsoft.com/office/drawing/2014/main" id="{FF8C5F10-AAC3-AA46-1E32-A4375F946390}"/>
              </a:ext>
            </a:extLst>
          </p:cNvPr>
          <p:cNvSpPr>
            <a:spLocks noGrp="1"/>
          </p:cNvSpPr>
          <p:nvPr>
            <p:ph type="body" sz="quarter" idx="184" hasCustomPrompt="1"/>
          </p:nvPr>
        </p:nvSpPr>
        <p:spPr>
          <a:xfrm>
            <a:off x="7473021" y="4018357"/>
            <a:ext cx="1040723" cy="303158"/>
          </a:xfrm>
          <a:solidFill>
            <a:schemeClr val="bg1"/>
          </a:solidFill>
        </p:spPr>
        <p:txBody>
          <a:bodyPr/>
          <a:lstStyle>
            <a:lvl1pPr algn="ctr">
              <a:spcBef>
                <a:spcPts val="0"/>
              </a:spcBef>
              <a:defRPr sz="675" b="0" i="0">
                <a:solidFill>
                  <a:schemeClr val="accent1"/>
                </a:solidFill>
                <a:latin typeface="Spectrum Sans" panose="020B0502020503020304" pitchFamily="34" charset="0"/>
                <a:cs typeface="Spectrum Sans" panose="020B0502020503020304" pitchFamily="34" charset="0"/>
              </a:defRPr>
            </a:lvl1pPr>
            <a:lvl2pPr marL="0" indent="0" algn="ctr">
              <a:lnSpc>
                <a:spcPct val="100000"/>
              </a:lnSpc>
              <a:spcBef>
                <a:spcPts val="0"/>
              </a:spcBef>
              <a:buNone/>
              <a:defRPr sz="525" b="0" i="0">
                <a:latin typeface="Spectrum Sans" panose="020B0502020503020304" pitchFamily="34" charset="0"/>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lvl="0"/>
            <a:r>
              <a:rPr lang="en-US" dirty="0" err="1"/>
              <a:t>Firstname</a:t>
            </a:r>
            <a:r>
              <a:rPr lang="en-US" dirty="0"/>
              <a:t> </a:t>
            </a:r>
            <a:r>
              <a:rPr lang="en-US" dirty="0" err="1"/>
              <a:t>Lastname</a:t>
            </a:r>
            <a:endParaRPr lang="en-US" dirty="0"/>
          </a:p>
          <a:p>
            <a:pPr lvl="1"/>
            <a:r>
              <a:rPr lang="en-US" dirty="0"/>
              <a:t>Job title goes here</a:t>
            </a:r>
          </a:p>
          <a:p>
            <a:pPr lvl="2"/>
            <a:endParaRPr lang="en-US" dirty="0"/>
          </a:p>
        </p:txBody>
      </p:sp>
      <p:sp>
        <p:nvSpPr>
          <p:cNvPr id="109" name="Text Placeholder 33">
            <a:extLst>
              <a:ext uri="{FF2B5EF4-FFF2-40B4-BE49-F238E27FC236}">
                <a16:creationId xmlns:a16="http://schemas.microsoft.com/office/drawing/2014/main" id="{31364993-3D26-24BD-C24F-537B0A5B7FB4}"/>
              </a:ext>
            </a:extLst>
          </p:cNvPr>
          <p:cNvSpPr>
            <a:spLocks noGrp="1"/>
          </p:cNvSpPr>
          <p:nvPr>
            <p:ph type="body" sz="quarter" idx="185" hasCustomPrompt="1"/>
          </p:nvPr>
        </p:nvSpPr>
        <p:spPr>
          <a:xfrm>
            <a:off x="7473021" y="4872331"/>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sp>
        <p:nvSpPr>
          <p:cNvPr id="110" name="Text Placeholder 33">
            <a:extLst>
              <a:ext uri="{FF2B5EF4-FFF2-40B4-BE49-F238E27FC236}">
                <a16:creationId xmlns:a16="http://schemas.microsoft.com/office/drawing/2014/main" id="{73172298-D94B-2586-D0D9-1246F89C737B}"/>
              </a:ext>
            </a:extLst>
          </p:cNvPr>
          <p:cNvSpPr>
            <a:spLocks noGrp="1"/>
          </p:cNvSpPr>
          <p:nvPr>
            <p:ph type="body" sz="quarter" idx="186" hasCustomPrompt="1"/>
          </p:nvPr>
        </p:nvSpPr>
        <p:spPr>
          <a:xfrm>
            <a:off x="7473021" y="5728868"/>
            <a:ext cx="1040723" cy="303158"/>
          </a:xfrm>
          <a:solidFill>
            <a:schemeClr val="bg1"/>
          </a:solidFill>
        </p:spPr>
        <p:txBody>
          <a:bodyPr/>
          <a:lstStyle>
            <a:lvl1pPr algn="ctr">
              <a:spcBef>
                <a:spcPts val="0"/>
              </a:spcBef>
              <a:defRPr lang="en-US" sz="675" b="0" i="0" kern="1200" dirty="0">
                <a:solidFill>
                  <a:schemeClr val="accent1"/>
                </a:solidFill>
                <a:latin typeface="Spectrum Sans" panose="020B0502020503020304" pitchFamily="34" charset="0"/>
                <a:ea typeface="+mn-ea"/>
                <a:cs typeface="Spectrum Sans" panose="020B0502020503020304" pitchFamily="34" charset="0"/>
              </a:defRPr>
            </a:lvl1pPr>
            <a:lvl2pPr marL="0" indent="0" algn="ctr">
              <a:lnSpc>
                <a:spcPct val="100000"/>
              </a:lnSpc>
              <a:spcBef>
                <a:spcPts val="0"/>
              </a:spcBef>
              <a:buNone/>
              <a:defRPr lang="en-US" sz="525" b="0" i="0" kern="1200" dirty="0">
                <a:solidFill>
                  <a:schemeClr val="accent1"/>
                </a:solidFill>
                <a:latin typeface="Spectrum Sans" panose="020B0502020503020304" pitchFamily="34" charset="0"/>
                <a:ea typeface="+mn-ea"/>
                <a:cs typeface="Spectrum Sans" panose="020B0502020503020304" pitchFamily="34" charset="0"/>
              </a:defRPr>
            </a:lvl2pPr>
            <a:lvl3pPr algn="ctr">
              <a:spcBef>
                <a:spcPts val="0"/>
              </a:spcBef>
              <a:defRPr sz="512" b="0" i="0">
                <a:latin typeface="Spectrum Sans" panose="020B0502020503020304" pitchFamily="34" charset="0"/>
                <a:cs typeface="Spectrum Sans" panose="020B0502020503020304" pitchFamily="34" charset="0"/>
              </a:defRPr>
            </a:lvl3pPr>
          </a:lstStyle>
          <a:p>
            <a:pPr marL="0" lvl="0" indent="0" algn="ctr" defTabSz="685783" rtl="0" eaLnBrk="1" latinLnBrk="0" hangingPunct="1">
              <a:lnSpc>
                <a:spcPct val="110000"/>
              </a:lnSpc>
              <a:spcBef>
                <a:spcPts val="0"/>
              </a:spcBef>
              <a:buFont typeface="Arial"/>
              <a:buNone/>
            </a:pPr>
            <a:r>
              <a:rPr lang="en-US" dirty="0" err="1"/>
              <a:t>Firstname</a:t>
            </a:r>
            <a:r>
              <a:rPr lang="en-US" dirty="0"/>
              <a:t> </a:t>
            </a:r>
            <a:r>
              <a:rPr lang="en-US" dirty="0" err="1"/>
              <a:t>Lastname</a:t>
            </a:r>
            <a:endParaRPr lang="en-US" dirty="0"/>
          </a:p>
          <a:p>
            <a:pPr marL="0" lvl="1" indent="0" algn="ctr" defTabSz="685783" rtl="0" eaLnBrk="1" latinLnBrk="0" hangingPunct="1">
              <a:lnSpc>
                <a:spcPct val="100000"/>
              </a:lnSpc>
              <a:spcBef>
                <a:spcPts val="0"/>
              </a:spcBef>
              <a:buFont typeface="Arial" panose="020B0604020202020204" pitchFamily="34" charset="0"/>
              <a:buNone/>
              <a:tabLst/>
            </a:pPr>
            <a:r>
              <a:rPr lang="en-US" dirty="0"/>
              <a:t>Job title goes here</a:t>
            </a:r>
          </a:p>
          <a:p>
            <a:pPr lvl="2"/>
            <a:endParaRPr lang="en-US" dirty="0"/>
          </a:p>
        </p:txBody>
      </p:sp>
      <p:grpSp>
        <p:nvGrpSpPr>
          <p:cNvPr id="18" name="Group 17">
            <a:extLst>
              <a:ext uri="{FF2B5EF4-FFF2-40B4-BE49-F238E27FC236}">
                <a16:creationId xmlns:a16="http://schemas.microsoft.com/office/drawing/2014/main" id="{398AEEC0-0251-3939-7F6E-ADF5EC808785}"/>
              </a:ext>
            </a:extLst>
          </p:cNvPr>
          <p:cNvGrpSpPr/>
          <p:nvPr userDrawn="1"/>
        </p:nvGrpSpPr>
        <p:grpSpPr>
          <a:xfrm>
            <a:off x="7877516" y="6374712"/>
            <a:ext cx="892520" cy="186437"/>
            <a:chOff x="10615642" y="6334107"/>
            <a:chExt cx="1079469" cy="225489"/>
          </a:xfrm>
        </p:grpSpPr>
        <p:sp>
          <p:nvSpPr>
            <p:cNvPr id="19" name="Freeform 18">
              <a:extLst>
                <a:ext uri="{FF2B5EF4-FFF2-40B4-BE49-F238E27FC236}">
                  <a16:creationId xmlns:a16="http://schemas.microsoft.com/office/drawing/2014/main" id="{70C0094C-A732-61BF-18FC-72665B664F03}"/>
                </a:ext>
              </a:extLst>
            </p:cNvPr>
            <p:cNvSpPr/>
            <p:nvPr/>
          </p:nvSpPr>
          <p:spPr>
            <a:xfrm>
              <a:off x="10615642" y="6334107"/>
              <a:ext cx="138494" cy="179049"/>
            </a:xfrm>
            <a:custGeom>
              <a:avLst/>
              <a:gdLst>
                <a:gd name="connsiteX0" fmla="*/ 19790 w 138494"/>
                <a:gd name="connsiteY0" fmla="*/ 164694 h 179049"/>
                <a:gd name="connsiteX1" fmla="*/ 70241 w 138494"/>
                <a:gd name="connsiteY1" fmla="*/ 179050 h 179049"/>
                <a:gd name="connsiteX2" fmla="*/ 120691 w 138494"/>
                <a:gd name="connsiteY2" fmla="*/ 165219 h 179049"/>
                <a:gd name="connsiteX3" fmla="*/ 138495 w 138494"/>
                <a:gd name="connsiteY3" fmla="*/ 123652 h 179049"/>
                <a:gd name="connsiteX4" fmla="*/ 133060 w 138494"/>
                <a:gd name="connsiteY4" fmla="*/ 100901 h 179049"/>
                <a:gd name="connsiteX5" fmla="*/ 116418 w 138494"/>
                <a:gd name="connsiteY5" fmla="*/ 85008 h 179049"/>
                <a:gd name="connsiteX6" fmla="*/ 103449 w 138494"/>
                <a:gd name="connsiteY6" fmla="*/ 80023 h 179049"/>
                <a:gd name="connsiteX7" fmla="*/ 64168 w 138494"/>
                <a:gd name="connsiteY7" fmla="*/ 69116 h 179049"/>
                <a:gd name="connsiteX8" fmla="*/ 36620 w 138494"/>
                <a:gd name="connsiteY8" fmla="*/ 49476 h 179049"/>
                <a:gd name="connsiteX9" fmla="*/ 65330 w 138494"/>
                <a:gd name="connsiteY9" fmla="*/ 28711 h 179049"/>
                <a:gd name="connsiteX10" fmla="*/ 89581 w 138494"/>
                <a:gd name="connsiteY10" fmla="*/ 35158 h 179049"/>
                <a:gd name="connsiteX11" fmla="*/ 99026 w 138494"/>
                <a:gd name="connsiteY11" fmla="*/ 53974 h 179049"/>
                <a:gd name="connsiteX12" fmla="*/ 132610 w 138494"/>
                <a:gd name="connsiteY12" fmla="*/ 53974 h 179049"/>
                <a:gd name="connsiteX13" fmla="*/ 114806 w 138494"/>
                <a:gd name="connsiteY13" fmla="*/ 13868 h 179049"/>
                <a:gd name="connsiteX14" fmla="*/ 68291 w 138494"/>
                <a:gd name="connsiteY14" fmla="*/ 0 h 179049"/>
                <a:gd name="connsiteX15" fmla="*/ 19303 w 138494"/>
                <a:gd name="connsiteY15" fmla="*/ 13343 h 179049"/>
                <a:gd name="connsiteX16" fmla="*/ 2474 w 138494"/>
                <a:gd name="connsiteY16" fmla="*/ 51425 h 179049"/>
                <a:gd name="connsiteX17" fmla="*/ 21290 w 138494"/>
                <a:gd name="connsiteY17" fmla="*/ 90031 h 179049"/>
                <a:gd name="connsiteX18" fmla="*/ 54948 w 138494"/>
                <a:gd name="connsiteY18" fmla="*/ 101425 h 179049"/>
                <a:gd name="connsiteX19" fmla="*/ 68329 w 138494"/>
                <a:gd name="connsiteY19" fmla="*/ 104349 h 179049"/>
                <a:gd name="connsiteX20" fmla="*/ 104424 w 138494"/>
                <a:gd name="connsiteY20" fmla="*/ 128637 h 179049"/>
                <a:gd name="connsiteX21" fmla="*/ 96515 w 138494"/>
                <a:gd name="connsiteY21" fmla="*/ 144492 h 179049"/>
                <a:gd name="connsiteX22" fmla="*/ 73277 w 138494"/>
                <a:gd name="connsiteY22" fmla="*/ 149927 h 179049"/>
                <a:gd name="connsiteX23" fmla="*/ 46065 w 138494"/>
                <a:gd name="connsiteY23" fmla="*/ 142993 h 179049"/>
                <a:gd name="connsiteX24" fmla="*/ 34670 w 138494"/>
                <a:gd name="connsiteY24" fmla="*/ 122190 h 179049"/>
                <a:gd name="connsiteX25" fmla="*/ 0 w 138494"/>
                <a:gd name="connsiteY25" fmla="*/ 122190 h 179049"/>
                <a:gd name="connsiteX26" fmla="*/ 19790 w 138494"/>
                <a:gd name="connsiteY26" fmla="*/ 164732 h 17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8494" h="179049">
                  <a:moveTo>
                    <a:pt x="19790" y="164694"/>
                  </a:moveTo>
                  <a:cubicBezTo>
                    <a:pt x="30997" y="174252"/>
                    <a:pt x="47827" y="179050"/>
                    <a:pt x="70241" y="179050"/>
                  </a:cubicBezTo>
                  <a:cubicBezTo>
                    <a:pt x="92655" y="179050"/>
                    <a:pt x="108847" y="174440"/>
                    <a:pt x="120691" y="165219"/>
                  </a:cubicBezTo>
                  <a:cubicBezTo>
                    <a:pt x="132572" y="155324"/>
                    <a:pt x="138495" y="141456"/>
                    <a:pt x="138495" y="123652"/>
                  </a:cubicBezTo>
                  <a:cubicBezTo>
                    <a:pt x="138495" y="115406"/>
                    <a:pt x="136883" y="107797"/>
                    <a:pt x="133060" y="100901"/>
                  </a:cubicBezTo>
                  <a:cubicBezTo>
                    <a:pt x="129536" y="94566"/>
                    <a:pt x="123614" y="88607"/>
                    <a:pt x="116418" y="85008"/>
                  </a:cubicBezTo>
                  <a:cubicBezTo>
                    <a:pt x="111845" y="82722"/>
                    <a:pt x="109071" y="81748"/>
                    <a:pt x="103449" y="80023"/>
                  </a:cubicBezTo>
                  <a:cubicBezTo>
                    <a:pt x="97377" y="78187"/>
                    <a:pt x="67205" y="69941"/>
                    <a:pt x="64168" y="69116"/>
                  </a:cubicBezTo>
                  <a:cubicBezTo>
                    <a:pt x="47339" y="65031"/>
                    <a:pt x="36694" y="59408"/>
                    <a:pt x="36620" y="49476"/>
                  </a:cubicBezTo>
                  <a:cubicBezTo>
                    <a:pt x="37482" y="30248"/>
                    <a:pt x="55435" y="28711"/>
                    <a:pt x="65330" y="28711"/>
                  </a:cubicBezTo>
                  <a:cubicBezTo>
                    <a:pt x="75226" y="28711"/>
                    <a:pt x="83659" y="30847"/>
                    <a:pt x="89581" y="35158"/>
                  </a:cubicBezTo>
                  <a:cubicBezTo>
                    <a:pt x="100226" y="43441"/>
                    <a:pt x="99026" y="53974"/>
                    <a:pt x="99026" y="53974"/>
                  </a:cubicBezTo>
                  <a:lnTo>
                    <a:pt x="132610" y="53974"/>
                  </a:lnTo>
                  <a:cubicBezTo>
                    <a:pt x="131935" y="37482"/>
                    <a:pt x="126013" y="24101"/>
                    <a:pt x="114806" y="13868"/>
                  </a:cubicBezTo>
                  <a:cubicBezTo>
                    <a:pt x="103936" y="4648"/>
                    <a:pt x="88419" y="0"/>
                    <a:pt x="68291" y="0"/>
                  </a:cubicBezTo>
                  <a:cubicBezTo>
                    <a:pt x="46852" y="0"/>
                    <a:pt x="30510" y="4460"/>
                    <a:pt x="19303" y="13343"/>
                  </a:cubicBezTo>
                  <a:cubicBezTo>
                    <a:pt x="8059" y="22564"/>
                    <a:pt x="2474" y="35270"/>
                    <a:pt x="2474" y="51425"/>
                  </a:cubicBezTo>
                  <a:cubicBezTo>
                    <a:pt x="2511" y="72190"/>
                    <a:pt x="12369" y="84409"/>
                    <a:pt x="21290" y="90031"/>
                  </a:cubicBezTo>
                  <a:cubicBezTo>
                    <a:pt x="26724" y="93292"/>
                    <a:pt x="39018" y="98239"/>
                    <a:pt x="54948" y="101425"/>
                  </a:cubicBezTo>
                  <a:lnTo>
                    <a:pt x="68329" y="104349"/>
                  </a:lnTo>
                  <a:cubicBezTo>
                    <a:pt x="91530" y="110009"/>
                    <a:pt x="104836" y="117168"/>
                    <a:pt x="104424" y="128637"/>
                  </a:cubicBezTo>
                  <a:cubicBezTo>
                    <a:pt x="104161" y="135571"/>
                    <a:pt x="101800" y="140856"/>
                    <a:pt x="96515" y="144492"/>
                  </a:cubicBezTo>
                  <a:cubicBezTo>
                    <a:pt x="91680" y="147790"/>
                    <a:pt x="83472" y="149927"/>
                    <a:pt x="73277" y="149927"/>
                  </a:cubicBezTo>
                  <a:cubicBezTo>
                    <a:pt x="61732" y="149927"/>
                    <a:pt x="52662" y="147603"/>
                    <a:pt x="46065" y="142993"/>
                  </a:cubicBezTo>
                  <a:cubicBezTo>
                    <a:pt x="39805" y="139020"/>
                    <a:pt x="36020" y="132123"/>
                    <a:pt x="34670" y="122190"/>
                  </a:cubicBezTo>
                  <a:lnTo>
                    <a:pt x="0" y="122190"/>
                  </a:lnTo>
                  <a:cubicBezTo>
                    <a:pt x="975" y="141006"/>
                    <a:pt x="7571" y="155174"/>
                    <a:pt x="19790" y="164732"/>
                  </a:cubicBezTo>
                </a:path>
              </a:pathLst>
            </a:custGeom>
            <a:solidFill>
              <a:srgbClr val="002043"/>
            </a:solidFill>
            <a:ln w="3737"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854CAE3-4A72-2490-647B-58BD3C9DE2C7}"/>
                </a:ext>
              </a:extLst>
            </p:cNvPr>
            <p:cNvSpPr/>
            <p:nvPr/>
          </p:nvSpPr>
          <p:spPr>
            <a:xfrm>
              <a:off x="10761257" y="6374812"/>
              <a:ext cx="124813" cy="184784"/>
            </a:xfrm>
            <a:custGeom>
              <a:avLst/>
              <a:gdLst>
                <a:gd name="connsiteX0" fmla="*/ 90481 w 124813"/>
                <a:gd name="connsiteY0" fmla="*/ 70428 h 184784"/>
                <a:gd name="connsiteX1" fmla="*/ 61657 w 124813"/>
                <a:gd name="connsiteY1" fmla="*/ 30173 h 184784"/>
                <a:gd name="connsiteX2" fmla="*/ 33808 w 124813"/>
                <a:gd name="connsiteY2" fmla="*/ 70428 h 184784"/>
                <a:gd name="connsiteX3" fmla="*/ 62632 w 124813"/>
                <a:gd name="connsiteY3" fmla="*/ 109222 h 184784"/>
                <a:gd name="connsiteX4" fmla="*/ 90481 w 124813"/>
                <a:gd name="connsiteY4" fmla="*/ 70428 h 184784"/>
                <a:gd name="connsiteX5" fmla="*/ 33808 w 124813"/>
                <a:gd name="connsiteY5" fmla="*/ 167880 h 184784"/>
                <a:gd name="connsiteX6" fmla="*/ 16904 w 124813"/>
                <a:gd name="connsiteY6" fmla="*/ 184785 h 184784"/>
                <a:gd name="connsiteX7" fmla="*/ 0 w 124813"/>
                <a:gd name="connsiteY7" fmla="*/ 184785 h 184784"/>
                <a:gd name="connsiteX8" fmla="*/ 0 w 124813"/>
                <a:gd name="connsiteY8" fmla="*/ 60983 h 184784"/>
                <a:gd name="connsiteX9" fmla="*/ 63981 w 124813"/>
                <a:gd name="connsiteY9" fmla="*/ 0 h 184784"/>
                <a:gd name="connsiteX10" fmla="*/ 110608 w 124813"/>
                <a:gd name="connsiteY10" fmla="*/ 19715 h 184784"/>
                <a:gd name="connsiteX11" fmla="*/ 124814 w 124813"/>
                <a:gd name="connsiteY11" fmla="*/ 68929 h 184784"/>
                <a:gd name="connsiteX12" fmla="*/ 109896 w 124813"/>
                <a:gd name="connsiteY12" fmla="*/ 119641 h 184784"/>
                <a:gd name="connsiteX13" fmla="*/ 71590 w 124813"/>
                <a:gd name="connsiteY13" fmla="*/ 138532 h 184784"/>
                <a:gd name="connsiteX14" fmla="*/ 33771 w 124813"/>
                <a:gd name="connsiteY14" fmla="*/ 126988 h 184784"/>
                <a:gd name="connsiteX15" fmla="*/ 33771 w 124813"/>
                <a:gd name="connsiteY15" fmla="*/ 167880 h 1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4813" h="184784">
                  <a:moveTo>
                    <a:pt x="90481" y="70428"/>
                  </a:moveTo>
                  <a:cubicBezTo>
                    <a:pt x="90481" y="57497"/>
                    <a:pt x="88119" y="30173"/>
                    <a:pt x="61657" y="30173"/>
                  </a:cubicBezTo>
                  <a:cubicBezTo>
                    <a:pt x="35195" y="30173"/>
                    <a:pt x="33808" y="56860"/>
                    <a:pt x="33808" y="70428"/>
                  </a:cubicBezTo>
                  <a:cubicBezTo>
                    <a:pt x="33808" y="104836"/>
                    <a:pt x="53374" y="109222"/>
                    <a:pt x="62632" y="109222"/>
                  </a:cubicBezTo>
                  <a:cubicBezTo>
                    <a:pt x="86657" y="109222"/>
                    <a:pt x="90481" y="83734"/>
                    <a:pt x="90481" y="70428"/>
                  </a:cubicBezTo>
                  <a:moveTo>
                    <a:pt x="33808" y="167880"/>
                  </a:moveTo>
                  <a:cubicBezTo>
                    <a:pt x="33808" y="176726"/>
                    <a:pt x="26912" y="184785"/>
                    <a:pt x="16904" y="184785"/>
                  </a:cubicBezTo>
                  <a:lnTo>
                    <a:pt x="0" y="184785"/>
                  </a:lnTo>
                  <a:lnTo>
                    <a:pt x="0" y="60983"/>
                  </a:lnTo>
                  <a:cubicBezTo>
                    <a:pt x="1949" y="28036"/>
                    <a:pt x="13943" y="1799"/>
                    <a:pt x="63981" y="0"/>
                  </a:cubicBezTo>
                  <a:cubicBezTo>
                    <a:pt x="85608" y="262"/>
                    <a:pt x="101313" y="8883"/>
                    <a:pt x="110608" y="19715"/>
                  </a:cubicBezTo>
                  <a:cubicBezTo>
                    <a:pt x="120541" y="32647"/>
                    <a:pt x="124814" y="48726"/>
                    <a:pt x="124814" y="68929"/>
                  </a:cubicBezTo>
                  <a:cubicBezTo>
                    <a:pt x="124814" y="89131"/>
                    <a:pt x="119829" y="106710"/>
                    <a:pt x="109896" y="119641"/>
                  </a:cubicBezTo>
                  <a:cubicBezTo>
                    <a:pt x="99963" y="132235"/>
                    <a:pt x="87182" y="138532"/>
                    <a:pt x="71590" y="138532"/>
                  </a:cubicBezTo>
                  <a:cubicBezTo>
                    <a:pt x="48201" y="138532"/>
                    <a:pt x="36882" y="128787"/>
                    <a:pt x="33771" y="126988"/>
                  </a:cubicBezTo>
                  <a:cubicBezTo>
                    <a:pt x="33771" y="128112"/>
                    <a:pt x="33771" y="167880"/>
                    <a:pt x="33771" y="167880"/>
                  </a:cubicBezTo>
                </a:path>
              </a:pathLst>
            </a:custGeom>
            <a:solidFill>
              <a:srgbClr val="002043"/>
            </a:solidFill>
            <a:ln w="3737"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2F26D4F3-D9BC-2414-2A1C-4919D0515D85}"/>
                </a:ext>
              </a:extLst>
            </p:cNvPr>
            <p:cNvSpPr/>
            <p:nvPr/>
          </p:nvSpPr>
          <p:spPr>
            <a:xfrm>
              <a:off x="10893867" y="6375337"/>
              <a:ext cx="121215" cy="137032"/>
            </a:xfrm>
            <a:custGeom>
              <a:avLst/>
              <a:gdLst>
                <a:gd name="connsiteX0" fmla="*/ 61882 w 121215"/>
                <a:gd name="connsiteY0" fmla="*/ 108322 h 137032"/>
                <a:gd name="connsiteX1" fmla="*/ 35495 w 121215"/>
                <a:gd name="connsiteY1" fmla="*/ 77662 h 137032"/>
                <a:gd name="connsiteX2" fmla="*/ 121215 w 121215"/>
                <a:gd name="connsiteY2" fmla="*/ 77662 h 137032"/>
                <a:gd name="connsiteX3" fmla="*/ 121215 w 121215"/>
                <a:gd name="connsiteY3" fmla="*/ 67392 h 137032"/>
                <a:gd name="connsiteX4" fmla="*/ 105398 w 121215"/>
                <a:gd name="connsiteY4" fmla="*/ 17804 h 137032"/>
                <a:gd name="connsiteX5" fmla="*/ 59371 w 121215"/>
                <a:gd name="connsiteY5" fmla="*/ 0 h 137032"/>
                <a:gd name="connsiteX6" fmla="*/ 15330 w 121215"/>
                <a:gd name="connsiteY6" fmla="*/ 18291 h 137032"/>
                <a:gd name="connsiteX7" fmla="*/ 0 w 121215"/>
                <a:gd name="connsiteY7" fmla="*/ 67767 h 137032"/>
                <a:gd name="connsiteX8" fmla="*/ 15817 w 121215"/>
                <a:gd name="connsiteY8" fmla="*/ 118742 h 137032"/>
                <a:gd name="connsiteX9" fmla="*/ 59858 w 121215"/>
                <a:gd name="connsiteY9" fmla="*/ 137033 h 137032"/>
                <a:gd name="connsiteX10" fmla="*/ 98464 w 121215"/>
                <a:gd name="connsiteY10" fmla="*/ 125639 h 137032"/>
                <a:gd name="connsiteX11" fmla="*/ 119304 w 121215"/>
                <a:gd name="connsiteY11" fmla="*/ 93929 h 137032"/>
                <a:gd name="connsiteX12" fmla="*/ 89506 w 121215"/>
                <a:gd name="connsiteY12" fmla="*/ 93929 h 137032"/>
                <a:gd name="connsiteX13" fmla="*/ 61882 w 121215"/>
                <a:gd name="connsiteY13" fmla="*/ 108322 h 137032"/>
                <a:gd name="connsiteX14" fmla="*/ 60420 w 121215"/>
                <a:gd name="connsiteY14" fmla="*/ 28636 h 137032"/>
                <a:gd name="connsiteX15" fmla="*/ 85645 w 121215"/>
                <a:gd name="connsiteY15" fmla="*/ 55360 h 137032"/>
                <a:gd name="connsiteX16" fmla="*/ 35195 w 121215"/>
                <a:gd name="connsiteY16" fmla="*/ 55360 h 137032"/>
                <a:gd name="connsiteX17" fmla="*/ 60420 w 121215"/>
                <a:gd name="connsiteY17" fmla="*/ 28636 h 137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215" h="137032">
                  <a:moveTo>
                    <a:pt x="61882" y="108322"/>
                  </a:moveTo>
                  <a:cubicBezTo>
                    <a:pt x="53299" y="107872"/>
                    <a:pt x="36994" y="106223"/>
                    <a:pt x="35495" y="77662"/>
                  </a:cubicBezTo>
                  <a:lnTo>
                    <a:pt x="121215" y="77662"/>
                  </a:lnTo>
                  <a:cubicBezTo>
                    <a:pt x="121215" y="76800"/>
                    <a:pt x="121215" y="67392"/>
                    <a:pt x="121215" y="67392"/>
                  </a:cubicBezTo>
                  <a:cubicBezTo>
                    <a:pt x="120616" y="45878"/>
                    <a:pt x="115481" y="29835"/>
                    <a:pt x="105398" y="17804"/>
                  </a:cubicBezTo>
                  <a:cubicBezTo>
                    <a:pt x="94529" y="5922"/>
                    <a:pt x="79161" y="0"/>
                    <a:pt x="59371" y="0"/>
                  </a:cubicBezTo>
                  <a:cubicBezTo>
                    <a:pt x="39581" y="0"/>
                    <a:pt x="25900" y="6110"/>
                    <a:pt x="15330" y="18291"/>
                  </a:cubicBezTo>
                  <a:cubicBezTo>
                    <a:pt x="5097" y="30173"/>
                    <a:pt x="0" y="46665"/>
                    <a:pt x="0" y="67767"/>
                  </a:cubicBezTo>
                  <a:cubicBezTo>
                    <a:pt x="0" y="88869"/>
                    <a:pt x="5285" y="106860"/>
                    <a:pt x="15817" y="118742"/>
                  </a:cubicBezTo>
                  <a:cubicBezTo>
                    <a:pt x="26350" y="130961"/>
                    <a:pt x="41042" y="137033"/>
                    <a:pt x="59858" y="137033"/>
                  </a:cubicBezTo>
                  <a:cubicBezTo>
                    <a:pt x="75375" y="137033"/>
                    <a:pt x="88232" y="133247"/>
                    <a:pt x="98464" y="125639"/>
                  </a:cubicBezTo>
                  <a:cubicBezTo>
                    <a:pt x="108697" y="118367"/>
                    <a:pt x="115668" y="107797"/>
                    <a:pt x="119304" y="93929"/>
                  </a:cubicBezTo>
                  <a:lnTo>
                    <a:pt x="89506" y="93929"/>
                  </a:lnTo>
                  <a:cubicBezTo>
                    <a:pt x="85121" y="106373"/>
                    <a:pt x="73914" y="108922"/>
                    <a:pt x="61882" y="108322"/>
                  </a:cubicBezTo>
                  <a:moveTo>
                    <a:pt x="60420" y="28636"/>
                  </a:moveTo>
                  <a:cubicBezTo>
                    <a:pt x="81672" y="28336"/>
                    <a:pt x="84971" y="46440"/>
                    <a:pt x="85645" y="55360"/>
                  </a:cubicBezTo>
                  <a:lnTo>
                    <a:pt x="35195" y="55360"/>
                  </a:lnTo>
                  <a:cubicBezTo>
                    <a:pt x="35195" y="55360"/>
                    <a:pt x="34783" y="29123"/>
                    <a:pt x="60420" y="28636"/>
                  </a:cubicBezTo>
                </a:path>
              </a:pathLst>
            </a:custGeom>
            <a:solidFill>
              <a:srgbClr val="002043"/>
            </a:solidFill>
            <a:ln w="3737"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B292D951-240B-F172-013A-7AA58DD9B2B5}"/>
                </a:ext>
              </a:extLst>
            </p:cNvPr>
            <p:cNvSpPr/>
            <p:nvPr/>
          </p:nvSpPr>
          <p:spPr>
            <a:xfrm>
              <a:off x="11023029" y="6375290"/>
              <a:ext cx="119153" cy="137042"/>
            </a:xfrm>
            <a:custGeom>
              <a:avLst/>
              <a:gdLst>
                <a:gd name="connsiteX0" fmla="*/ 86620 w 119153"/>
                <a:gd name="connsiteY0" fmla="*/ 94014 h 137042"/>
                <a:gd name="connsiteX1" fmla="*/ 119154 w 119153"/>
                <a:gd name="connsiteY1" fmla="*/ 94014 h 137042"/>
                <a:gd name="connsiteX2" fmla="*/ 61207 w 119153"/>
                <a:gd name="connsiteY2" fmla="*/ 137043 h 137042"/>
                <a:gd name="connsiteX3" fmla="*/ 0 w 119153"/>
                <a:gd name="connsiteY3" fmla="*/ 71712 h 137042"/>
                <a:gd name="connsiteX4" fmla="*/ 59296 w 119153"/>
                <a:gd name="connsiteY4" fmla="*/ 10 h 137042"/>
                <a:gd name="connsiteX5" fmla="*/ 118179 w 119153"/>
                <a:gd name="connsiteY5" fmla="*/ 43038 h 137042"/>
                <a:gd name="connsiteX6" fmla="*/ 83546 w 119153"/>
                <a:gd name="connsiteY6" fmla="*/ 43038 h 137042"/>
                <a:gd name="connsiteX7" fmla="*/ 59558 w 119153"/>
                <a:gd name="connsiteY7" fmla="*/ 28683 h 137042"/>
                <a:gd name="connsiteX8" fmla="*/ 33546 w 119153"/>
                <a:gd name="connsiteY8" fmla="*/ 66914 h 137042"/>
                <a:gd name="connsiteX9" fmla="*/ 61020 w 119153"/>
                <a:gd name="connsiteY9" fmla="*/ 108332 h 137042"/>
                <a:gd name="connsiteX10" fmla="*/ 86620 w 119153"/>
                <a:gd name="connsiteY10" fmla="*/ 93976 h 13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153" h="137042">
                  <a:moveTo>
                    <a:pt x="86620" y="94014"/>
                  </a:moveTo>
                  <a:lnTo>
                    <a:pt x="119154" y="94014"/>
                  </a:lnTo>
                  <a:cubicBezTo>
                    <a:pt x="119154" y="94014"/>
                    <a:pt x="110308" y="137043"/>
                    <a:pt x="61207" y="137043"/>
                  </a:cubicBezTo>
                  <a:cubicBezTo>
                    <a:pt x="12107" y="137043"/>
                    <a:pt x="0" y="97612"/>
                    <a:pt x="0" y="71712"/>
                  </a:cubicBezTo>
                  <a:cubicBezTo>
                    <a:pt x="0" y="45812"/>
                    <a:pt x="4610" y="1546"/>
                    <a:pt x="59296" y="10"/>
                  </a:cubicBezTo>
                  <a:cubicBezTo>
                    <a:pt x="109859" y="-740"/>
                    <a:pt x="118179" y="43038"/>
                    <a:pt x="118179" y="43038"/>
                  </a:cubicBezTo>
                  <a:lnTo>
                    <a:pt x="83546" y="43038"/>
                  </a:lnTo>
                  <a:cubicBezTo>
                    <a:pt x="83546" y="43038"/>
                    <a:pt x="80173" y="28233"/>
                    <a:pt x="59558" y="28683"/>
                  </a:cubicBezTo>
                  <a:cubicBezTo>
                    <a:pt x="38943" y="29133"/>
                    <a:pt x="33546" y="48511"/>
                    <a:pt x="33546" y="66914"/>
                  </a:cubicBezTo>
                  <a:cubicBezTo>
                    <a:pt x="33546" y="85318"/>
                    <a:pt x="38119" y="108332"/>
                    <a:pt x="61020" y="108332"/>
                  </a:cubicBezTo>
                  <a:cubicBezTo>
                    <a:pt x="82797" y="109006"/>
                    <a:pt x="84708" y="97237"/>
                    <a:pt x="86620" y="93976"/>
                  </a:cubicBezTo>
                </a:path>
              </a:pathLst>
            </a:custGeom>
            <a:solidFill>
              <a:srgbClr val="002043"/>
            </a:solidFill>
            <a:ln w="3737"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9FBEF762-65A3-2516-5EF1-E0BB023CEBBB}"/>
                </a:ext>
              </a:extLst>
            </p:cNvPr>
            <p:cNvSpPr/>
            <p:nvPr/>
          </p:nvSpPr>
          <p:spPr>
            <a:xfrm>
              <a:off x="11150017" y="6339654"/>
              <a:ext cx="54460" cy="169716"/>
            </a:xfrm>
            <a:custGeom>
              <a:avLst/>
              <a:gdLst>
                <a:gd name="connsiteX0" fmla="*/ 34108 w 54460"/>
                <a:gd name="connsiteY0" fmla="*/ 73764 h 169716"/>
                <a:gd name="connsiteX1" fmla="*/ 54461 w 54460"/>
                <a:gd name="connsiteY1" fmla="*/ 73764 h 169716"/>
                <a:gd name="connsiteX2" fmla="*/ 54461 w 54460"/>
                <a:gd name="connsiteY2" fmla="*/ 39093 h 169716"/>
                <a:gd name="connsiteX3" fmla="*/ 34146 w 54460"/>
                <a:gd name="connsiteY3" fmla="*/ 39093 h 169716"/>
                <a:gd name="connsiteX4" fmla="*/ 34146 w 54460"/>
                <a:gd name="connsiteY4" fmla="*/ 16829 h 169716"/>
                <a:gd name="connsiteX5" fmla="*/ 17804 w 54460"/>
                <a:gd name="connsiteY5" fmla="*/ 0 h 169716"/>
                <a:gd name="connsiteX6" fmla="*/ 0 w 54460"/>
                <a:gd name="connsiteY6" fmla="*/ 0 h 169716"/>
                <a:gd name="connsiteX7" fmla="*/ 0 w 54460"/>
                <a:gd name="connsiteY7" fmla="*/ 145466 h 169716"/>
                <a:gd name="connsiteX8" fmla="*/ 18628 w 54460"/>
                <a:gd name="connsiteY8" fmla="*/ 169717 h 169716"/>
                <a:gd name="connsiteX9" fmla="*/ 34108 w 54460"/>
                <a:gd name="connsiteY9" fmla="*/ 169717 h 169716"/>
                <a:gd name="connsiteX10" fmla="*/ 34108 w 54460"/>
                <a:gd name="connsiteY10" fmla="*/ 73764 h 16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60" h="169716">
                  <a:moveTo>
                    <a:pt x="34108" y="73764"/>
                  </a:moveTo>
                  <a:lnTo>
                    <a:pt x="54461" y="73764"/>
                  </a:lnTo>
                  <a:lnTo>
                    <a:pt x="54461" y="39093"/>
                  </a:lnTo>
                  <a:lnTo>
                    <a:pt x="34146" y="39093"/>
                  </a:lnTo>
                  <a:lnTo>
                    <a:pt x="34146" y="16829"/>
                  </a:lnTo>
                  <a:cubicBezTo>
                    <a:pt x="34146" y="10720"/>
                    <a:pt x="30735" y="0"/>
                    <a:pt x="17804" y="0"/>
                  </a:cubicBezTo>
                  <a:lnTo>
                    <a:pt x="0" y="0"/>
                  </a:lnTo>
                  <a:lnTo>
                    <a:pt x="0" y="145466"/>
                  </a:lnTo>
                  <a:cubicBezTo>
                    <a:pt x="0" y="160646"/>
                    <a:pt x="5885" y="169717"/>
                    <a:pt x="18628" y="169717"/>
                  </a:cubicBezTo>
                  <a:cubicBezTo>
                    <a:pt x="18778" y="169717"/>
                    <a:pt x="33583" y="169717"/>
                    <a:pt x="34108" y="169717"/>
                  </a:cubicBezTo>
                  <a:lnTo>
                    <a:pt x="34108" y="73764"/>
                  </a:lnTo>
                  <a:close/>
                </a:path>
              </a:pathLst>
            </a:custGeom>
            <a:solidFill>
              <a:srgbClr val="002043"/>
            </a:solidFill>
            <a:ln w="3737"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72FDDDE5-0D58-A5F3-D2BB-0C0ECD456DA6}"/>
                </a:ext>
              </a:extLst>
            </p:cNvPr>
            <p:cNvSpPr/>
            <p:nvPr/>
          </p:nvSpPr>
          <p:spPr>
            <a:xfrm>
              <a:off x="11206127" y="6378020"/>
              <a:ext cx="74213" cy="131651"/>
            </a:xfrm>
            <a:custGeom>
              <a:avLst/>
              <a:gdLst>
                <a:gd name="connsiteX0" fmla="*/ 34596 w 74213"/>
                <a:gd name="connsiteY0" fmla="*/ 131614 h 131651"/>
                <a:gd name="connsiteX1" fmla="*/ 34596 w 74213"/>
                <a:gd name="connsiteY1" fmla="*/ 63847 h 131651"/>
                <a:gd name="connsiteX2" fmla="*/ 41530 w 74213"/>
                <a:gd name="connsiteY2" fmla="*/ 42070 h 131651"/>
                <a:gd name="connsiteX3" fmla="*/ 62819 w 74213"/>
                <a:gd name="connsiteY3" fmla="*/ 35136 h 131651"/>
                <a:gd name="connsiteX4" fmla="*/ 74214 w 74213"/>
                <a:gd name="connsiteY4" fmla="*/ 35136 h 131651"/>
                <a:gd name="connsiteX5" fmla="*/ 74214 w 74213"/>
                <a:gd name="connsiteY5" fmla="*/ 16 h 131651"/>
                <a:gd name="connsiteX6" fmla="*/ 43291 w 74213"/>
                <a:gd name="connsiteY6" fmla="*/ 3501 h 131651"/>
                <a:gd name="connsiteX7" fmla="*/ 21290 w 74213"/>
                <a:gd name="connsiteY7" fmla="*/ 14371 h 131651"/>
                <a:gd name="connsiteX8" fmla="*/ 5697 w 74213"/>
                <a:gd name="connsiteY8" fmla="*/ 35398 h 131651"/>
                <a:gd name="connsiteX9" fmla="*/ 0 w 74213"/>
                <a:gd name="connsiteY9" fmla="*/ 67820 h 131651"/>
                <a:gd name="connsiteX10" fmla="*/ 0 w 74213"/>
                <a:gd name="connsiteY10" fmla="*/ 131651 h 131651"/>
                <a:gd name="connsiteX11" fmla="*/ 34633 w 74213"/>
                <a:gd name="connsiteY11" fmla="*/ 131651 h 1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3" h="131651">
                  <a:moveTo>
                    <a:pt x="34596" y="131614"/>
                  </a:moveTo>
                  <a:lnTo>
                    <a:pt x="34596" y="63847"/>
                  </a:lnTo>
                  <a:cubicBezTo>
                    <a:pt x="34596" y="53952"/>
                    <a:pt x="36882" y="46718"/>
                    <a:pt x="41530" y="42070"/>
                  </a:cubicBezTo>
                  <a:cubicBezTo>
                    <a:pt x="46140" y="37460"/>
                    <a:pt x="53224" y="35136"/>
                    <a:pt x="62819" y="35136"/>
                  </a:cubicBezTo>
                  <a:lnTo>
                    <a:pt x="74214" y="35136"/>
                  </a:lnTo>
                  <a:lnTo>
                    <a:pt x="74214" y="16"/>
                  </a:lnTo>
                  <a:cubicBezTo>
                    <a:pt x="74214" y="16"/>
                    <a:pt x="56297" y="-434"/>
                    <a:pt x="43291" y="3501"/>
                  </a:cubicBezTo>
                  <a:cubicBezTo>
                    <a:pt x="34933" y="6013"/>
                    <a:pt x="27549" y="9423"/>
                    <a:pt x="21290" y="14371"/>
                  </a:cubicBezTo>
                  <a:cubicBezTo>
                    <a:pt x="14693" y="19656"/>
                    <a:pt x="9483" y="26665"/>
                    <a:pt x="5697" y="35398"/>
                  </a:cubicBezTo>
                  <a:cubicBezTo>
                    <a:pt x="1912" y="44131"/>
                    <a:pt x="0" y="54926"/>
                    <a:pt x="0" y="67820"/>
                  </a:cubicBezTo>
                  <a:lnTo>
                    <a:pt x="0" y="131651"/>
                  </a:lnTo>
                  <a:lnTo>
                    <a:pt x="34633" y="131651"/>
                  </a:lnTo>
                  <a:close/>
                </a:path>
              </a:pathLst>
            </a:custGeom>
            <a:solidFill>
              <a:srgbClr val="002043"/>
            </a:solidFill>
            <a:ln w="3737"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9B3000EB-229C-4C2F-8496-EB85AD1D9CBD}"/>
                </a:ext>
              </a:extLst>
            </p:cNvPr>
            <p:cNvSpPr/>
            <p:nvPr/>
          </p:nvSpPr>
          <p:spPr>
            <a:xfrm>
              <a:off x="11290085" y="6378223"/>
              <a:ext cx="114779" cy="133922"/>
            </a:xfrm>
            <a:custGeom>
              <a:avLst/>
              <a:gdLst>
                <a:gd name="connsiteX0" fmla="*/ 0 w 114779"/>
                <a:gd name="connsiteY0" fmla="*/ 0 h 133922"/>
                <a:gd name="connsiteX1" fmla="*/ 34633 w 114779"/>
                <a:gd name="connsiteY1" fmla="*/ 0 h 133922"/>
                <a:gd name="connsiteX2" fmla="*/ 34633 w 114779"/>
                <a:gd name="connsiteY2" fmla="*/ 84109 h 133922"/>
                <a:gd name="connsiteX3" fmla="*/ 57384 w 114779"/>
                <a:gd name="connsiteY3" fmla="*/ 106860 h 133922"/>
                <a:gd name="connsiteX4" fmla="*/ 80623 w 114779"/>
                <a:gd name="connsiteY4" fmla="*/ 85083 h 133922"/>
                <a:gd name="connsiteX5" fmla="*/ 80623 w 114779"/>
                <a:gd name="connsiteY5" fmla="*/ 16342 h 133922"/>
                <a:gd name="connsiteX6" fmla="*/ 96815 w 114779"/>
                <a:gd name="connsiteY6" fmla="*/ 37 h 133922"/>
                <a:gd name="connsiteX7" fmla="*/ 114769 w 114779"/>
                <a:gd name="connsiteY7" fmla="*/ 37 h 133922"/>
                <a:gd name="connsiteX8" fmla="*/ 114769 w 114779"/>
                <a:gd name="connsiteY8" fmla="*/ 78149 h 133922"/>
                <a:gd name="connsiteX9" fmla="*/ 57384 w 114779"/>
                <a:gd name="connsiteY9" fmla="*/ 133922 h 133922"/>
                <a:gd name="connsiteX10" fmla="*/ 0 w 114779"/>
                <a:gd name="connsiteY10" fmla="*/ 78487 h 133922"/>
                <a:gd name="connsiteX11" fmla="*/ 0 w 114779"/>
                <a:gd name="connsiteY11" fmla="*/ 0 h 1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779" h="133922">
                  <a:moveTo>
                    <a:pt x="0" y="0"/>
                  </a:moveTo>
                  <a:lnTo>
                    <a:pt x="34633" y="0"/>
                  </a:lnTo>
                  <a:lnTo>
                    <a:pt x="34633" y="84109"/>
                  </a:lnTo>
                  <a:cubicBezTo>
                    <a:pt x="34633" y="84109"/>
                    <a:pt x="33396" y="106860"/>
                    <a:pt x="57384" y="106860"/>
                  </a:cubicBezTo>
                  <a:cubicBezTo>
                    <a:pt x="80023" y="106860"/>
                    <a:pt x="80585" y="86508"/>
                    <a:pt x="80623" y="85083"/>
                  </a:cubicBezTo>
                  <a:lnTo>
                    <a:pt x="80623" y="16342"/>
                  </a:lnTo>
                  <a:cubicBezTo>
                    <a:pt x="80623" y="16342"/>
                    <a:pt x="81785" y="37"/>
                    <a:pt x="96815" y="37"/>
                  </a:cubicBezTo>
                  <a:lnTo>
                    <a:pt x="114769" y="37"/>
                  </a:lnTo>
                  <a:cubicBezTo>
                    <a:pt x="114769" y="37"/>
                    <a:pt x="114769" y="77400"/>
                    <a:pt x="114769" y="78149"/>
                  </a:cubicBezTo>
                  <a:cubicBezTo>
                    <a:pt x="114544" y="82422"/>
                    <a:pt x="119304" y="134147"/>
                    <a:pt x="57384" y="133922"/>
                  </a:cubicBezTo>
                  <a:cubicBezTo>
                    <a:pt x="-3973" y="133922"/>
                    <a:pt x="375" y="81598"/>
                    <a:pt x="0" y="78487"/>
                  </a:cubicBezTo>
                  <a:lnTo>
                    <a:pt x="0" y="0"/>
                  </a:lnTo>
                  <a:close/>
                </a:path>
              </a:pathLst>
            </a:custGeom>
            <a:solidFill>
              <a:srgbClr val="002043"/>
            </a:solidFill>
            <a:ln w="3737"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4B93EBED-BCD1-8FC9-FFEA-3553A331B6CF}"/>
                </a:ext>
              </a:extLst>
            </p:cNvPr>
            <p:cNvSpPr/>
            <p:nvPr/>
          </p:nvSpPr>
          <p:spPr>
            <a:xfrm>
              <a:off x="11414562" y="6374810"/>
              <a:ext cx="198652" cy="135235"/>
            </a:xfrm>
            <a:custGeom>
              <a:avLst/>
              <a:gdLst>
                <a:gd name="connsiteX0" fmla="*/ 115368 w 198652"/>
                <a:gd name="connsiteY0" fmla="*/ 135236 h 135235"/>
                <a:gd name="connsiteX1" fmla="*/ 81073 w 198652"/>
                <a:gd name="connsiteY1" fmla="*/ 135236 h 135235"/>
                <a:gd name="connsiteX2" fmla="*/ 81073 w 198652"/>
                <a:gd name="connsiteY2" fmla="*/ 50715 h 135235"/>
                <a:gd name="connsiteX3" fmla="*/ 57684 w 198652"/>
                <a:gd name="connsiteY3" fmla="*/ 27851 h 135235"/>
                <a:gd name="connsiteX4" fmla="*/ 34820 w 198652"/>
                <a:gd name="connsiteY4" fmla="*/ 50715 h 135235"/>
                <a:gd name="connsiteX5" fmla="*/ 34820 w 198652"/>
                <a:gd name="connsiteY5" fmla="*/ 135236 h 135235"/>
                <a:gd name="connsiteX6" fmla="*/ 0 w 198652"/>
                <a:gd name="connsiteY6" fmla="*/ 135236 h 135235"/>
                <a:gd name="connsiteX7" fmla="*/ 0 w 198652"/>
                <a:gd name="connsiteY7" fmla="*/ 57686 h 135235"/>
                <a:gd name="connsiteX8" fmla="*/ 17654 w 198652"/>
                <a:gd name="connsiteY8" fmla="*/ 12446 h 135235"/>
                <a:gd name="connsiteX9" fmla="*/ 56672 w 198652"/>
                <a:gd name="connsiteY9" fmla="*/ 2 h 135235"/>
                <a:gd name="connsiteX10" fmla="*/ 79049 w 198652"/>
                <a:gd name="connsiteY10" fmla="*/ 2476 h 135235"/>
                <a:gd name="connsiteX11" fmla="*/ 98951 w 198652"/>
                <a:gd name="connsiteY11" fmla="*/ 12408 h 135235"/>
                <a:gd name="connsiteX12" fmla="*/ 116605 w 198652"/>
                <a:gd name="connsiteY12" fmla="*/ 3225 h 135235"/>
                <a:gd name="connsiteX13" fmla="*/ 137745 w 198652"/>
                <a:gd name="connsiteY13" fmla="*/ 2 h 135235"/>
                <a:gd name="connsiteX14" fmla="*/ 198652 w 198652"/>
                <a:gd name="connsiteY14" fmla="*/ 25452 h 135235"/>
                <a:gd name="connsiteX15" fmla="*/ 198652 w 198652"/>
                <a:gd name="connsiteY15" fmla="*/ 135236 h 135235"/>
                <a:gd name="connsiteX16" fmla="*/ 179012 w 198652"/>
                <a:gd name="connsiteY16" fmla="*/ 135236 h 135235"/>
                <a:gd name="connsiteX17" fmla="*/ 162108 w 198652"/>
                <a:gd name="connsiteY17" fmla="*/ 118332 h 135235"/>
                <a:gd name="connsiteX18" fmla="*/ 162108 w 198652"/>
                <a:gd name="connsiteY18" fmla="*/ 50715 h 135235"/>
                <a:gd name="connsiteX19" fmla="*/ 138719 w 198652"/>
                <a:gd name="connsiteY19" fmla="*/ 27851 h 135235"/>
                <a:gd name="connsiteX20" fmla="*/ 115368 w 198652"/>
                <a:gd name="connsiteY20" fmla="*/ 50715 h 135235"/>
                <a:gd name="connsiteX21" fmla="*/ 115368 w 198652"/>
                <a:gd name="connsiteY21" fmla="*/ 135236 h 13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652" h="135235">
                  <a:moveTo>
                    <a:pt x="115368" y="135236"/>
                  </a:moveTo>
                  <a:lnTo>
                    <a:pt x="81073" y="135236"/>
                  </a:lnTo>
                  <a:lnTo>
                    <a:pt x="81073" y="50715"/>
                  </a:lnTo>
                  <a:cubicBezTo>
                    <a:pt x="81073" y="40969"/>
                    <a:pt x="77062" y="27851"/>
                    <a:pt x="57684" y="27851"/>
                  </a:cubicBezTo>
                  <a:cubicBezTo>
                    <a:pt x="38306" y="27851"/>
                    <a:pt x="34820" y="42769"/>
                    <a:pt x="34820" y="50715"/>
                  </a:cubicBezTo>
                  <a:lnTo>
                    <a:pt x="34820" y="135236"/>
                  </a:lnTo>
                  <a:lnTo>
                    <a:pt x="0" y="135236"/>
                  </a:lnTo>
                  <a:lnTo>
                    <a:pt x="0" y="57686"/>
                  </a:lnTo>
                  <a:cubicBezTo>
                    <a:pt x="0" y="35160"/>
                    <a:pt x="6672" y="21366"/>
                    <a:pt x="17654" y="12446"/>
                  </a:cubicBezTo>
                  <a:cubicBezTo>
                    <a:pt x="28523" y="3600"/>
                    <a:pt x="42429" y="677"/>
                    <a:pt x="56672" y="2"/>
                  </a:cubicBezTo>
                  <a:cubicBezTo>
                    <a:pt x="64281" y="2"/>
                    <a:pt x="71740" y="827"/>
                    <a:pt x="79049" y="2476"/>
                  </a:cubicBezTo>
                  <a:cubicBezTo>
                    <a:pt x="86320" y="4125"/>
                    <a:pt x="92954" y="7461"/>
                    <a:pt x="98951" y="12408"/>
                  </a:cubicBezTo>
                  <a:cubicBezTo>
                    <a:pt x="103937" y="8098"/>
                    <a:pt x="109784" y="5024"/>
                    <a:pt x="116605" y="3225"/>
                  </a:cubicBezTo>
                  <a:cubicBezTo>
                    <a:pt x="123389" y="1389"/>
                    <a:pt x="130436" y="39"/>
                    <a:pt x="137745" y="2"/>
                  </a:cubicBezTo>
                  <a:cubicBezTo>
                    <a:pt x="180212" y="-223"/>
                    <a:pt x="197228" y="19230"/>
                    <a:pt x="198652" y="25452"/>
                  </a:cubicBezTo>
                  <a:cubicBezTo>
                    <a:pt x="198652" y="25527"/>
                    <a:pt x="198652" y="135236"/>
                    <a:pt x="198652" y="135236"/>
                  </a:cubicBezTo>
                  <a:lnTo>
                    <a:pt x="179012" y="135236"/>
                  </a:lnTo>
                  <a:cubicBezTo>
                    <a:pt x="174027" y="135236"/>
                    <a:pt x="162108" y="131862"/>
                    <a:pt x="162108" y="118332"/>
                  </a:cubicBezTo>
                  <a:lnTo>
                    <a:pt x="162108" y="50715"/>
                  </a:lnTo>
                  <a:cubicBezTo>
                    <a:pt x="162183" y="41119"/>
                    <a:pt x="158847" y="27851"/>
                    <a:pt x="138719" y="27851"/>
                  </a:cubicBezTo>
                  <a:cubicBezTo>
                    <a:pt x="118592" y="27851"/>
                    <a:pt x="115368" y="42769"/>
                    <a:pt x="115368" y="50715"/>
                  </a:cubicBezTo>
                  <a:lnTo>
                    <a:pt x="115368" y="135236"/>
                  </a:lnTo>
                  <a:close/>
                </a:path>
              </a:pathLst>
            </a:custGeom>
            <a:solidFill>
              <a:srgbClr val="002043"/>
            </a:solidFill>
            <a:ln w="3737"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B6C0B8D6-4E2A-E9D8-4006-E46E473A6E83}"/>
                </a:ext>
              </a:extLst>
            </p:cNvPr>
            <p:cNvSpPr/>
            <p:nvPr/>
          </p:nvSpPr>
          <p:spPr>
            <a:xfrm>
              <a:off x="11622847" y="6400187"/>
              <a:ext cx="72264" cy="109708"/>
            </a:xfrm>
            <a:custGeom>
              <a:avLst/>
              <a:gdLst>
                <a:gd name="connsiteX0" fmla="*/ 0 w 72264"/>
                <a:gd name="connsiteY0" fmla="*/ 0 h 109708"/>
                <a:gd name="connsiteX1" fmla="*/ 0 w 72264"/>
                <a:gd name="connsiteY1" fmla="*/ 109709 h 109708"/>
                <a:gd name="connsiteX2" fmla="*/ 72265 w 72264"/>
                <a:gd name="connsiteY2" fmla="*/ 54873 h 109708"/>
                <a:gd name="connsiteX3" fmla="*/ 0 w 72264"/>
                <a:gd name="connsiteY3" fmla="*/ 0 h 109708"/>
              </a:gdLst>
              <a:ahLst/>
              <a:cxnLst>
                <a:cxn ang="0">
                  <a:pos x="connsiteX0" y="connsiteY0"/>
                </a:cxn>
                <a:cxn ang="0">
                  <a:pos x="connsiteX1" y="connsiteY1"/>
                </a:cxn>
                <a:cxn ang="0">
                  <a:pos x="connsiteX2" y="connsiteY2"/>
                </a:cxn>
                <a:cxn ang="0">
                  <a:pos x="connsiteX3" y="connsiteY3"/>
                </a:cxn>
              </a:cxnLst>
              <a:rect l="l" t="t" r="r" b="b"/>
              <a:pathLst>
                <a:path w="72264" h="109708">
                  <a:moveTo>
                    <a:pt x="0" y="0"/>
                  </a:moveTo>
                  <a:lnTo>
                    <a:pt x="0" y="109709"/>
                  </a:lnTo>
                  <a:lnTo>
                    <a:pt x="72265" y="54873"/>
                  </a:lnTo>
                  <a:lnTo>
                    <a:pt x="0" y="0"/>
                  </a:lnTo>
                  <a:close/>
                </a:path>
              </a:pathLst>
            </a:custGeom>
            <a:solidFill>
              <a:srgbClr val="0271EB"/>
            </a:solidFill>
            <a:ln w="3737" cap="flat">
              <a:noFill/>
              <a:prstDash val="solid"/>
              <a:miter/>
            </a:ln>
          </p:spPr>
          <p:txBody>
            <a:bodyPr rtlCol="0" anchor="ctr"/>
            <a:lstStyle/>
            <a:p>
              <a:endParaRPr lang="en-US"/>
            </a:p>
          </p:txBody>
        </p:sp>
      </p:grpSp>
    </p:spTree>
    <p:extLst>
      <p:ext uri="{BB962C8B-B14F-4D97-AF65-F5344CB8AC3E}">
        <p14:creationId xmlns:p14="http://schemas.microsoft.com/office/powerpoint/2010/main" val="149106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2666" y="489252"/>
            <a:ext cx="7326256" cy="328304"/>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Slide Number Placeholder 5"/>
          <p:cNvSpPr>
            <a:spLocks noGrp="1"/>
          </p:cNvSpPr>
          <p:nvPr>
            <p:ph type="sldNum" sz="quarter" idx="4"/>
          </p:nvPr>
        </p:nvSpPr>
        <p:spPr>
          <a:xfrm>
            <a:off x="372667" y="6384903"/>
            <a:ext cx="516230" cy="139816"/>
          </a:xfrm>
          <a:prstGeom prst="rect">
            <a:avLst/>
          </a:prstGeom>
        </p:spPr>
        <p:txBody>
          <a:bodyPr vert="horz" lIns="0" tIns="0" rIns="0" bIns="0" rtlCol="0" anchor="ctr"/>
          <a:lstStyle>
            <a:lvl1pPr algn="l">
              <a:defRPr sz="800" b="0" i="0">
                <a:solidFill>
                  <a:schemeClr val="bg2">
                    <a:lumMod val="75000"/>
                  </a:schemeClr>
                </a:solidFill>
                <a:latin typeface="Spectrum Sans" panose="020B0502020503020304" pitchFamily="34" charset="0"/>
                <a:cs typeface="Spectrum Sans" panose="020B0502020503020304" pitchFamily="34" charset="0"/>
              </a:defRPr>
            </a:lvl1pPr>
          </a:lstStyle>
          <a:p>
            <a:fld id="{A82C3BC0-3EBF-3C4C-A3D8-795624EBC6AA}" type="slidenum">
              <a:rPr lang="en-US" smtClean="0"/>
              <a:pPr/>
              <a:t>‹#›</a:t>
            </a:fld>
            <a:endParaRPr lang="en-US" dirty="0"/>
          </a:p>
        </p:txBody>
      </p:sp>
      <p:sp>
        <p:nvSpPr>
          <p:cNvPr id="14" name="Footer Placeholder 13">
            <a:extLst>
              <a:ext uri="{FF2B5EF4-FFF2-40B4-BE49-F238E27FC236}">
                <a16:creationId xmlns:a16="http://schemas.microsoft.com/office/drawing/2014/main" id="{12FDF829-2BCF-5E43-9770-9E2E1F7BB4D7}"/>
              </a:ext>
            </a:extLst>
          </p:cNvPr>
          <p:cNvSpPr>
            <a:spLocks noGrp="1"/>
          </p:cNvSpPr>
          <p:nvPr>
            <p:ph type="ftr" sz="quarter" idx="3"/>
          </p:nvPr>
        </p:nvSpPr>
        <p:spPr>
          <a:xfrm>
            <a:off x="1006042" y="6384903"/>
            <a:ext cx="6106857" cy="139816"/>
          </a:xfrm>
          <a:prstGeom prst="rect">
            <a:avLst/>
          </a:prstGeom>
        </p:spPr>
        <p:txBody>
          <a:bodyPr vert="horz" lIns="0" tIns="0" rIns="0" bIns="0" rtlCol="0" anchor="ctr"/>
          <a:lstStyle>
            <a:lvl1pPr algn="l">
              <a:defRPr lang="en-US" sz="800" b="0" i="0" kern="1200" dirty="0">
                <a:solidFill>
                  <a:schemeClr val="bg2">
                    <a:lumMod val="75000"/>
                  </a:schemeClr>
                </a:solidFill>
                <a:latin typeface="Spectrum Sans" panose="020B0502020503020304" pitchFamily="34" charset="0"/>
                <a:ea typeface="+mn-ea"/>
                <a:cs typeface="Spectrum Sans" panose="020B0502020503020304" pitchFamily="34" charset="0"/>
              </a:defRPr>
            </a:lvl1pPr>
          </a:lstStyle>
          <a:p>
            <a:r>
              <a:rPr lang="en-US" dirty="0"/>
              <a:t>Confidential</a:t>
            </a:r>
          </a:p>
        </p:txBody>
      </p:sp>
      <p:sp>
        <p:nvSpPr>
          <p:cNvPr id="38" name="Text Placeholder 2">
            <a:extLst>
              <a:ext uri="{FF2B5EF4-FFF2-40B4-BE49-F238E27FC236}">
                <a16:creationId xmlns:a16="http://schemas.microsoft.com/office/drawing/2014/main" id="{5AFC4E58-1B9D-BFF7-6C1F-B5CB38C7D1E6}"/>
              </a:ext>
            </a:extLst>
          </p:cNvPr>
          <p:cNvSpPr>
            <a:spLocks noGrp="1"/>
          </p:cNvSpPr>
          <p:nvPr>
            <p:ph type="body" idx="1"/>
          </p:nvPr>
        </p:nvSpPr>
        <p:spPr>
          <a:xfrm>
            <a:off x="372666" y="1642391"/>
            <a:ext cx="7326256" cy="427024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8" name="Date Placeholder 7">
            <a:extLst>
              <a:ext uri="{FF2B5EF4-FFF2-40B4-BE49-F238E27FC236}">
                <a16:creationId xmlns:a16="http://schemas.microsoft.com/office/drawing/2014/main" id="{1F4B00D7-DC4F-AE1C-5051-91FA087D9CB5}"/>
              </a:ext>
            </a:extLst>
          </p:cNvPr>
          <p:cNvSpPr>
            <a:spLocks noGrp="1"/>
          </p:cNvSpPr>
          <p:nvPr>
            <p:ph type="dt" sz="half" idx="2"/>
          </p:nvPr>
        </p:nvSpPr>
        <p:spPr>
          <a:xfrm>
            <a:off x="7225163" y="6384903"/>
            <a:ext cx="514243" cy="139816"/>
          </a:xfrm>
          <a:prstGeom prst="rect">
            <a:avLst/>
          </a:prstGeom>
        </p:spPr>
        <p:txBody>
          <a:bodyPr vert="horz" lIns="0" tIns="0" rIns="0" bIns="0" rtlCol="0" anchor="ctr"/>
          <a:lstStyle>
            <a:lvl1pPr algn="r">
              <a:defRPr sz="800" b="0" i="0">
                <a:solidFill>
                  <a:schemeClr val="bg2">
                    <a:lumMod val="75000"/>
                  </a:schemeClr>
                </a:solidFill>
                <a:latin typeface="Spectrum Sans" panose="020B0502020503020304" pitchFamily="34" charset="0"/>
                <a:cs typeface="Spectrum Sans" panose="020B0502020503020304" pitchFamily="34" charset="0"/>
              </a:defRPr>
            </a:lvl1pPr>
          </a:lstStyle>
          <a:p>
            <a:fld id="{ED23F546-0702-BC4E-B6EC-2EB016017D7F}" type="datetime1">
              <a:rPr lang="en-US" smtClean="0"/>
              <a:t>5/26/2026</a:t>
            </a:fld>
            <a:endParaRPr lang="en-US" dirty="0"/>
          </a:p>
        </p:txBody>
      </p:sp>
    </p:spTree>
    <p:extLst>
      <p:ext uri="{BB962C8B-B14F-4D97-AF65-F5344CB8AC3E}">
        <p14:creationId xmlns:p14="http://schemas.microsoft.com/office/powerpoint/2010/main" val="2592088969"/>
      </p:ext>
    </p:extLst>
  </p:cSld>
  <p:clrMap bg1="lt1" tx1="dk1" bg2="lt2" tx2="dk2" accent1="accent1" accent2="accent2" accent3="accent3" accent4="accent4" accent5="accent5" accent6="accent6" hlink="hlink" folHlink="folHlink"/>
  <p:sldLayoutIdLst>
    <p:sldLayoutId id="2147483977" r:id="rId1"/>
    <p:sldLayoutId id="2147484047" r:id="rId2"/>
    <p:sldLayoutId id="2147484030" r:id="rId3"/>
    <p:sldLayoutId id="2147484046" r:id="rId4"/>
    <p:sldLayoutId id="2147483971" r:id="rId5"/>
    <p:sldLayoutId id="2147483871" r:id="rId6"/>
    <p:sldLayoutId id="2147484017" r:id="rId7"/>
    <p:sldLayoutId id="2147484020" r:id="rId8"/>
    <p:sldLayoutId id="2147484021" r:id="rId9"/>
    <p:sldLayoutId id="2147483891" r:id="rId10"/>
    <p:sldLayoutId id="2147483892" r:id="rId11"/>
    <p:sldLayoutId id="2147483893" r:id="rId12"/>
    <p:sldLayoutId id="2147483948" r:id="rId13"/>
    <p:sldLayoutId id="2147484011" r:id="rId14"/>
    <p:sldLayoutId id="2147483908" r:id="rId15"/>
    <p:sldLayoutId id="2147483896" r:id="rId16"/>
    <p:sldLayoutId id="2147483897" r:id="rId17"/>
    <p:sldLayoutId id="2147483898" r:id="rId18"/>
    <p:sldLayoutId id="2147483899" r:id="rId19"/>
    <p:sldLayoutId id="2147483909" r:id="rId20"/>
    <p:sldLayoutId id="2147483910" r:id="rId21"/>
    <p:sldLayoutId id="2147483911" r:id="rId22"/>
    <p:sldLayoutId id="2147483965" r:id="rId23"/>
    <p:sldLayoutId id="2147483913" r:id="rId24"/>
    <p:sldLayoutId id="2147484022" r:id="rId25"/>
    <p:sldLayoutId id="2147484023" r:id="rId26"/>
    <p:sldLayoutId id="2147483918" r:id="rId27"/>
    <p:sldLayoutId id="2147483919" r:id="rId28"/>
    <p:sldLayoutId id="2147483920" r:id="rId29"/>
    <p:sldLayoutId id="2147483921" r:id="rId30"/>
    <p:sldLayoutId id="2147483922" r:id="rId31"/>
    <p:sldLayoutId id="2147483923" r:id="rId32"/>
    <p:sldLayoutId id="2147483924" r:id="rId33"/>
    <p:sldLayoutId id="2147483927" r:id="rId34"/>
    <p:sldLayoutId id="2147483928" r:id="rId35"/>
    <p:sldLayoutId id="2147483945" r:id="rId36"/>
    <p:sldLayoutId id="2147483930" r:id="rId37"/>
    <p:sldLayoutId id="2147483931" r:id="rId38"/>
    <p:sldLayoutId id="2147484051" r:id="rId39"/>
    <p:sldLayoutId id="2147483932" r:id="rId40"/>
    <p:sldLayoutId id="2147483935" r:id="rId41"/>
    <p:sldLayoutId id="2147483938" r:id="rId42"/>
    <p:sldLayoutId id="2147483939" r:id="rId43"/>
    <p:sldLayoutId id="2147483940" r:id="rId44"/>
    <p:sldLayoutId id="2147484048" r:id="rId45"/>
    <p:sldLayoutId id="2147484049" r:id="rId46"/>
    <p:sldLayoutId id="2147484050" r:id="rId4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783" rtl="0" eaLnBrk="1" latinLnBrk="0" hangingPunct="1">
        <a:lnSpc>
          <a:spcPct val="85000"/>
        </a:lnSpc>
        <a:spcBef>
          <a:spcPct val="0"/>
        </a:spcBef>
        <a:buNone/>
        <a:defRPr sz="2100" b="0" i="0" kern="1200" cap="none" spc="0" baseline="0">
          <a:solidFill>
            <a:schemeClr val="accent1"/>
          </a:solidFill>
          <a:latin typeface="Spectrum Sans" panose="020B0502020503020304" pitchFamily="34" charset="0"/>
          <a:ea typeface="+mj-ea"/>
          <a:cs typeface="Spectrum Sans" panose="020B0502020503020304" pitchFamily="34" charset="0"/>
        </a:defRPr>
      </a:lvl1pPr>
    </p:titleStyle>
    <p:bodyStyle>
      <a:lvl1pPr marL="0" indent="0" algn="l" defTabSz="685783" rtl="0" eaLnBrk="1" latinLnBrk="0" hangingPunct="1">
        <a:lnSpc>
          <a:spcPct val="110000"/>
        </a:lnSpc>
        <a:spcBef>
          <a:spcPts val="1800"/>
        </a:spcBef>
        <a:buFont typeface="Arial"/>
        <a:buNone/>
        <a:defRPr sz="1200" b="0" i="0" kern="120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9.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016DE-70D7-52A6-59ED-B8FE7161EAE4}"/>
              </a:ext>
            </a:extLst>
          </p:cNvPr>
          <p:cNvSpPr>
            <a:spLocks noGrp="1"/>
          </p:cNvSpPr>
          <p:nvPr>
            <p:ph type="ctrTitle"/>
          </p:nvPr>
        </p:nvSpPr>
        <p:spPr>
          <a:xfrm>
            <a:off x="372665" y="4336531"/>
            <a:ext cx="7123689" cy="844847"/>
          </a:xfrm>
        </p:spPr>
        <p:txBody>
          <a:bodyPr/>
          <a:lstStyle/>
          <a:p>
            <a:r>
              <a:rPr lang="en-US" dirty="0"/>
              <a:t>Standardized Planning Tool</a:t>
            </a:r>
          </a:p>
        </p:txBody>
      </p:sp>
      <p:sp>
        <p:nvSpPr>
          <p:cNvPr id="5" name="Subtitle 4">
            <a:extLst>
              <a:ext uri="{FF2B5EF4-FFF2-40B4-BE49-F238E27FC236}">
                <a16:creationId xmlns:a16="http://schemas.microsoft.com/office/drawing/2014/main" id="{ACC7F646-EE71-9ADA-CBEB-E52A9DD5C550}"/>
              </a:ext>
            </a:extLst>
          </p:cNvPr>
          <p:cNvSpPr>
            <a:spLocks noGrp="1"/>
          </p:cNvSpPr>
          <p:nvPr>
            <p:ph type="subTitle" idx="1"/>
          </p:nvPr>
        </p:nvSpPr>
        <p:spPr>
          <a:xfrm>
            <a:off x="383552" y="5180350"/>
            <a:ext cx="5863034" cy="276999"/>
          </a:xfrm>
        </p:spPr>
        <p:txBody>
          <a:bodyPr/>
          <a:lstStyle/>
          <a:p>
            <a:r>
              <a:rPr lang="en-US" dirty="0"/>
              <a:t>Product &amp; Technology Proof of Concept</a:t>
            </a:r>
          </a:p>
        </p:txBody>
      </p:sp>
    </p:spTree>
    <p:extLst>
      <p:ext uri="{BB962C8B-B14F-4D97-AF65-F5344CB8AC3E}">
        <p14:creationId xmlns:p14="http://schemas.microsoft.com/office/powerpoint/2010/main" val="115715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D895C-43AD-F815-2E88-58EFF06B37F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3FB6C643-CED2-2C44-83B6-5657A707F3E6}"/>
              </a:ext>
            </a:extLst>
          </p:cNvPr>
          <p:cNvSpPr>
            <a:spLocks noGrp="1"/>
          </p:cNvSpPr>
          <p:nvPr>
            <p:ph type="title"/>
          </p:nvPr>
        </p:nvSpPr>
        <p:spPr/>
        <p:txBody>
          <a:bodyPr/>
          <a:lstStyle/>
          <a:p>
            <a:r>
              <a:rPr lang="en-US" dirty="0"/>
              <a:t>Why This Matters:</a:t>
            </a:r>
          </a:p>
        </p:txBody>
      </p:sp>
      <p:sp>
        <p:nvSpPr>
          <p:cNvPr id="2" name="Footer Placeholder 1">
            <a:extLst>
              <a:ext uri="{FF2B5EF4-FFF2-40B4-BE49-F238E27FC236}">
                <a16:creationId xmlns:a16="http://schemas.microsoft.com/office/drawing/2014/main" id="{F52B79A9-5E32-F542-03BD-650ACCF7A530}"/>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AB35B8CF-9482-7023-BD71-84FFC829FE1A}"/>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2</a:t>
            </a:fld>
            <a:endParaRPr lang="en-US"/>
          </a:p>
        </p:txBody>
      </p:sp>
      <p:sp>
        <p:nvSpPr>
          <p:cNvPr id="15" name="Text Placeholder 14">
            <a:extLst>
              <a:ext uri="{FF2B5EF4-FFF2-40B4-BE49-F238E27FC236}">
                <a16:creationId xmlns:a16="http://schemas.microsoft.com/office/drawing/2014/main" id="{4EEB11DE-8550-B74A-FC13-BDFDE2EBDD4D}"/>
              </a:ext>
            </a:extLst>
          </p:cNvPr>
          <p:cNvSpPr>
            <a:spLocks noGrp="1"/>
          </p:cNvSpPr>
          <p:nvPr>
            <p:ph type="body" sz="quarter" idx="13"/>
          </p:nvPr>
        </p:nvSpPr>
        <p:spPr/>
        <p:txBody>
          <a:bodyPr/>
          <a:lstStyle/>
          <a:p>
            <a:endParaRPr lang="en-US" dirty="0"/>
          </a:p>
        </p:txBody>
      </p:sp>
      <p:sp>
        <p:nvSpPr>
          <p:cNvPr id="17" name="Text Placeholder 5">
            <a:extLst>
              <a:ext uri="{FF2B5EF4-FFF2-40B4-BE49-F238E27FC236}">
                <a16:creationId xmlns:a16="http://schemas.microsoft.com/office/drawing/2014/main" id="{87AFBDF2-3684-FBBC-E5EA-D5EFF090BF77}"/>
              </a:ext>
            </a:extLst>
          </p:cNvPr>
          <p:cNvSpPr txBox="1">
            <a:spLocks/>
          </p:cNvSpPr>
          <p:nvPr/>
        </p:nvSpPr>
        <p:spPr>
          <a:xfrm>
            <a:off x="370282" y="1561814"/>
            <a:ext cx="4009004" cy="2111245"/>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One Source of Truth:</a:t>
            </a:r>
          </a:p>
          <a:p>
            <a:pPr marL="171450" indent="-171450">
              <a:spcBef>
                <a:spcPts val="600"/>
              </a:spcBef>
              <a:buFont typeface="Arial" panose="020B0604020202020204" pitchFamily="34" charset="0"/>
              <a:buChar char="•"/>
            </a:pPr>
            <a:r>
              <a:rPr lang="en-US" sz="1000" dirty="0"/>
              <a:t>Creates one planning environment across labor, software, hardware, and major investments</a:t>
            </a:r>
          </a:p>
          <a:p>
            <a:pPr marL="171450" indent="-171450">
              <a:spcBef>
                <a:spcPts val="600"/>
              </a:spcBef>
              <a:buFont typeface="Arial" panose="020B0604020202020204" pitchFamily="34" charset="0"/>
              <a:buChar char="•"/>
            </a:pPr>
            <a:r>
              <a:rPr lang="en-US" sz="1000" dirty="0"/>
              <a:t>Eliminates fragmented reporting and disconnected spreadsheets by creating a collaborative, centralized database to manage and share data</a:t>
            </a:r>
          </a:p>
          <a:p>
            <a:pPr marL="171450" indent="-171450">
              <a:spcBef>
                <a:spcPts val="600"/>
              </a:spcBef>
              <a:buFont typeface="Arial" panose="020B0604020202020204" pitchFamily="34" charset="0"/>
              <a:buChar char="•"/>
            </a:pPr>
            <a:r>
              <a:rPr lang="en-US" sz="1000" dirty="0"/>
              <a:t>Establish data governance and normalization of categories driving consistent storytelling</a:t>
            </a:r>
            <a:endParaRPr lang="en-US" dirty="0"/>
          </a:p>
        </p:txBody>
      </p:sp>
      <p:sp>
        <p:nvSpPr>
          <p:cNvPr id="7" name="Text Placeholder 5">
            <a:extLst>
              <a:ext uri="{FF2B5EF4-FFF2-40B4-BE49-F238E27FC236}">
                <a16:creationId xmlns:a16="http://schemas.microsoft.com/office/drawing/2014/main" id="{A7FE208C-9819-0945-5DA3-6A740E3843B3}"/>
              </a:ext>
            </a:extLst>
          </p:cNvPr>
          <p:cNvSpPr txBox="1">
            <a:spLocks/>
          </p:cNvSpPr>
          <p:nvPr/>
        </p:nvSpPr>
        <p:spPr>
          <a:xfrm>
            <a:off x="370281" y="3973358"/>
            <a:ext cx="4009004" cy="2111245"/>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Strategic Agility:</a:t>
            </a:r>
          </a:p>
          <a:p>
            <a:pPr marL="171450" indent="-171450">
              <a:spcBef>
                <a:spcPts val="600"/>
              </a:spcBef>
              <a:buFont typeface="Arial" panose="020B0604020202020204" pitchFamily="34" charset="0"/>
              <a:buChar char="•"/>
            </a:pPr>
            <a:r>
              <a:rPr lang="en-US" sz="1000" dirty="0"/>
              <a:t>Enables scenario modeling, investment tradeoffs, and long-range planning utilizing consistent/standard data performed in the same environment vs separate models</a:t>
            </a:r>
          </a:p>
          <a:p>
            <a:pPr marL="171450" indent="-171450">
              <a:spcBef>
                <a:spcPts val="600"/>
              </a:spcBef>
              <a:buFont typeface="Arial" panose="020B0604020202020204" pitchFamily="34" charset="0"/>
              <a:buChar char="•"/>
            </a:pPr>
            <a:r>
              <a:rPr lang="en-US" sz="1000" dirty="0"/>
              <a:t>Supports both bottom-up planning and top-down direction</a:t>
            </a:r>
          </a:p>
          <a:p>
            <a:pPr marL="171450" indent="-171450">
              <a:spcBef>
                <a:spcPts val="600"/>
              </a:spcBef>
              <a:buFont typeface="Arial" panose="020B0604020202020204" pitchFamily="34" charset="0"/>
              <a:buChar char="•"/>
            </a:pPr>
            <a:r>
              <a:rPr lang="en-US" sz="1000" dirty="0"/>
              <a:t>Integration of multiple systems to manage infrastructure build out &amp; cloud migration strategy</a:t>
            </a:r>
            <a:endParaRPr lang="en-US" dirty="0"/>
          </a:p>
        </p:txBody>
      </p:sp>
      <p:sp>
        <p:nvSpPr>
          <p:cNvPr id="8" name="Text Placeholder 5">
            <a:extLst>
              <a:ext uri="{FF2B5EF4-FFF2-40B4-BE49-F238E27FC236}">
                <a16:creationId xmlns:a16="http://schemas.microsoft.com/office/drawing/2014/main" id="{27F459D8-A806-5A7E-620E-4BCC9D78ACC9}"/>
              </a:ext>
            </a:extLst>
          </p:cNvPr>
          <p:cNvSpPr txBox="1">
            <a:spLocks/>
          </p:cNvSpPr>
          <p:nvPr/>
        </p:nvSpPr>
        <p:spPr>
          <a:xfrm>
            <a:off x="4762326" y="1561814"/>
            <a:ext cx="4009005" cy="2111245"/>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Financial Visibility:</a:t>
            </a:r>
          </a:p>
          <a:p>
            <a:pPr marL="171450" indent="-171450">
              <a:spcBef>
                <a:spcPts val="600"/>
              </a:spcBef>
              <a:buFont typeface="Arial" panose="020B0604020202020204" pitchFamily="34" charset="0"/>
              <a:buChar char="•"/>
            </a:pPr>
            <a:r>
              <a:rPr lang="en-US" sz="1000" dirty="0"/>
              <a:t>Connects operational plans to budget, forecast, actuals, and full project cost providing optimized spend visibility</a:t>
            </a:r>
          </a:p>
          <a:p>
            <a:pPr marL="171450" indent="-171450">
              <a:spcBef>
                <a:spcPts val="600"/>
              </a:spcBef>
              <a:buFont typeface="Arial" panose="020B0604020202020204" pitchFamily="34" charset="0"/>
              <a:buChar char="•"/>
            </a:pPr>
            <a:r>
              <a:rPr lang="en-US" sz="1000" dirty="0"/>
              <a:t>Improves alignment between operational activity and financial outcomes</a:t>
            </a:r>
          </a:p>
          <a:p>
            <a:pPr marL="171450" indent="-171450">
              <a:spcBef>
                <a:spcPts val="600"/>
              </a:spcBef>
              <a:buFont typeface="Arial" panose="020B0604020202020204" pitchFamily="34" charset="0"/>
              <a:buChar char="•"/>
            </a:pPr>
            <a:r>
              <a:rPr lang="en-US" sz="1000" dirty="0"/>
              <a:t>Customized real-time dashboards based on financial ownership to drive opportunity and risk awareness </a:t>
            </a:r>
            <a:endParaRPr lang="en-US" dirty="0"/>
          </a:p>
        </p:txBody>
      </p:sp>
      <p:sp>
        <p:nvSpPr>
          <p:cNvPr id="9" name="Text Placeholder 5">
            <a:extLst>
              <a:ext uri="{FF2B5EF4-FFF2-40B4-BE49-F238E27FC236}">
                <a16:creationId xmlns:a16="http://schemas.microsoft.com/office/drawing/2014/main" id="{6DBAC829-D8F5-DB8E-7D0D-2C590529A84C}"/>
              </a:ext>
            </a:extLst>
          </p:cNvPr>
          <p:cNvSpPr txBox="1">
            <a:spLocks/>
          </p:cNvSpPr>
          <p:nvPr/>
        </p:nvSpPr>
        <p:spPr>
          <a:xfrm>
            <a:off x="4764711" y="3973358"/>
            <a:ext cx="4009005" cy="2111245"/>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Contract &amp; Asset Lifecycle Management:</a:t>
            </a:r>
          </a:p>
          <a:p>
            <a:pPr marL="171450" indent="-171450">
              <a:spcBef>
                <a:spcPts val="600"/>
              </a:spcBef>
              <a:buFont typeface="Arial" panose="020B0604020202020204" pitchFamily="34" charset="0"/>
              <a:buChar char="•"/>
            </a:pPr>
            <a:r>
              <a:rPr lang="en-US" sz="1000" dirty="0"/>
              <a:t>Centralizes contract terms, ownership, and historical deal context, pricing and negotiation tactics</a:t>
            </a:r>
          </a:p>
          <a:p>
            <a:pPr marL="171450" indent="-171450">
              <a:spcBef>
                <a:spcPts val="600"/>
              </a:spcBef>
              <a:buFont typeface="Arial" panose="020B0604020202020204" pitchFamily="34" charset="0"/>
              <a:buChar char="•"/>
            </a:pPr>
            <a:r>
              <a:rPr lang="en-US" sz="1000" dirty="0"/>
              <a:t>Improves inventory lifecycle tracking from request to refresh allowing for enhanced long-term planning</a:t>
            </a:r>
          </a:p>
          <a:p>
            <a:pPr marL="171450" indent="-171450">
              <a:spcBef>
                <a:spcPts val="600"/>
              </a:spcBef>
              <a:buFont typeface="Arial" panose="020B0604020202020204" pitchFamily="34" charset="0"/>
              <a:buChar char="•"/>
            </a:pPr>
            <a:r>
              <a:rPr lang="en-US" sz="1000" dirty="0"/>
              <a:t>Pre-negotiation analysis and internal collaboration inclusive of deal comparison analysis</a:t>
            </a:r>
          </a:p>
        </p:txBody>
      </p:sp>
      <p:sp>
        <p:nvSpPr>
          <p:cNvPr id="10" name="Text Placeholder 18">
            <a:extLst>
              <a:ext uri="{FF2B5EF4-FFF2-40B4-BE49-F238E27FC236}">
                <a16:creationId xmlns:a16="http://schemas.microsoft.com/office/drawing/2014/main" id="{742D0A91-110A-2558-8CAB-E43DF7FB7AAB}"/>
              </a:ext>
            </a:extLst>
          </p:cNvPr>
          <p:cNvSpPr txBox="1">
            <a:spLocks/>
          </p:cNvSpPr>
          <p:nvPr/>
        </p:nvSpPr>
        <p:spPr>
          <a:xfrm>
            <a:off x="370281" y="933880"/>
            <a:ext cx="8401050" cy="495287"/>
          </a:xfrm>
          <a:prstGeom prst="roundRect">
            <a:avLst>
              <a:gd name="adj" fmla="val 4269"/>
            </a:avLst>
          </a:prstGeom>
          <a:no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lvl="1"/>
            <a:r>
              <a:rPr lang="en-US" dirty="0"/>
              <a:t>Integrated planning to improve visibility, control, collaboration and executive decision-velocity</a:t>
            </a:r>
          </a:p>
        </p:txBody>
      </p:sp>
    </p:spTree>
    <p:extLst>
      <p:ext uri="{BB962C8B-B14F-4D97-AF65-F5344CB8AC3E}">
        <p14:creationId xmlns:p14="http://schemas.microsoft.com/office/powerpoint/2010/main" val="168053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05E3F-C3C4-6CDD-689C-3F4BDDD7D84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D17E1BE-83C0-D6B1-4B19-1F1BEA86FF12}"/>
              </a:ext>
            </a:extLst>
          </p:cNvPr>
          <p:cNvSpPr>
            <a:spLocks noGrp="1"/>
          </p:cNvSpPr>
          <p:nvPr>
            <p:ph type="title"/>
          </p:nvPr>
        </p:nvSpPr>
        <p:spPr/>
        <p:txBody>
          <a:bodyPr/>
          <a:lstStyle/>
          <a:p>
            <a:r>
              <a:rPr lang="en-US" dirty="0"/>
              <a:t>Define Success:</a:t>
            </a:r>
          </a:p>
        </p:txBody>
      </p:sp>
      <p:sp>
        <p:nvSpPr>
          <p:cNvPr id="2" name="Footer Placeholder 1">
            <a:extLst>
              <a:ext uri="{FF2B5EF4-FFF2-40B4-BE49-F238E27FC236}">
                <a16:creationId xmlns:a16="http://schemas.microsoft.com/office/drawing/2014/main" id="{9569EDC3-AF48-B3A2-BBEF-2C369E1CB445}"/>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C8AE555F-AEEF-D4A3-A1FD-8C7D3930B355}"/>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3</a:t>
            </a:fld>
            <a:endParaRPr lang="en-US"/>
          </a:p>
        </p:txBody>
      </p:sp>
      <p:sp>
        <p:nvSpPr>
          <p:cNvPr id="15" name="Text Placeholder 14">
            <a:extLst>
              <a:ext uri="{FF2B5EF4-FFF2-40B4-BE49-F238E27FC236}">
                <a16:creationId xmlns:a16="http://schemas.microsoft.com/office/drawing/2014/main" id="{32B7D5D0-EEB5-7BC5-1940-5C305ECC2E74}"/>
              </a:ext>
            </a:extLst>
          </p:cNvPr>
          <p:cNvSpPr>
            <a:spLocks noGrp="1"/>
          </p:cNvSpPr>
          <p:nvPr>
            <p:ph type="body" sz="quarter" idx="13"/>
          </p:nvPr>
        </p:nvSpPr>
        <p:spPr/>
        <p:txBody>
          <a:bodyPr/>
          <a:lstStyle/>
          <a:p>
            <a:endParaRPr lang="en-US" dirty="0"/>
          </a:p>
        </p:txBody>
      </p:sp>
      <p:sp>
        <p:nvSpPr>
          <p:cNvPr id="10" name="Text Placeholder 18">
            <a:extLst>
              <a:ext uri="{FF2B5EF4-FFF2-40B4-BE49-F238E27FC236}">
                <a16:creationId xmlns:a16="http://schemas.microsoft.com/office/drawing/2014/main" id="{4B39CA82-9580-0ED6-2AD6-5C42EF98A1C0}"/>
              </a:ext>
            </a:extLst>
          </p:cNvPr>
          <p:cNvSpPr txBox="1">
            <a:spLocks/>
          </p:cNvSpPr>
          <p:nvPr/>
        </p:nvSpPr>
        <p:spPr>
          <a:xfrm>
            <a:off x="370281" y="933880"/>
            <a:ext cx="8592564" cy="313730"/>
          </a:xfrm>
          <a:prstGeom prst="roundRect">
            <a:avLst>
              <a:gd name="adj" fmla="val 4269"/>
            </a:avLst>
          </a:prstGeom>
          <a:noFill/>
          <a:ln w="12700">
            <a:gradFill>
              <a:gsLst>
                <a:gs pos="0">
                  <a:schemeClr val="accent2"/>
                </a:gs>
                <a:gs pos="100000">
                  <a:schemeClr val="accent3"/>
                </a:gs>
              </a:gsLst>
              <a:lin ang="0" scaled="0"/>
            </a:gradFill>
          </a:ln>
        </p:spPr>
        <p:txBody>
          <a:bodyPr vert="horz" lIns="182880" tIns="0" rIns="182880" bIns="0" rtlCol="0">
            <a:sp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lvl="1">
              <a:lnSpc>
                <a:spcPct val="100000"/>
              </a:lnSpc>
              <a:spcBef>
                <a:spcPts val="0"/>
              </a:spcBef>
            </a:pPr>
            <a:r>
              <a:rPr lang="en-US" dirty="0"/>
              <a:t>Success will be driven by our ability to project costs at the portfolio level and provide insights on variances</a:t>
            </a:r>
          </a:p>
          <a:p>
            <a:pPr lvl="1">
              <a:lnSpc>
                <a:spcPct val="100000"/>
              </a:lnSpc>
              <a:spcBef>
                <a:spcPts val="0"/>
              </a:spcBef>
            </a:pPr>
            <a:r>
              <a:rPr lang="en-US" dirty="0"/>
              <a:t>Visuals below represent 1 pay period of April 2026 JETT data for department 709; compares current financial view vs future (success) state</a:t>
            </a:r>
          </a:p>
        </p:txBody>
      </p:sp>
      <p:pic>
        <p:nvPicPr>
          <p:cNvPr id="5" name="Picture 4">
            <a:extLst>
              <a:ext uri="{FF2B5EF4-FFF2-40B4-BE49-F238E27FC236}">
                <a16:creationId xmlns:a16="http://schemas.microsoft.com/office/drawing/2014/main" id="{3D183BAB-A8D3-34B2-65A2-6E8F73C694A9}"/>
              </a:ext>
            </a:extLst>
          </p:cNvPr>
          <p:cNvPicPr>
            <a:picLocks noChangeAspect="1"/>
          </p:cNvPicPr>
          <p:nvPr/>
        </p:nvPicPr>
        <p:blipFill>
          <a:blip r:embed="rId2"/>
          <a:stretch>
            <a:fillRect/>
          </a:stretch>
        </p:blipFill>
        <p:spPr>
          <a:xfrm>
            <a:off x="267729" y="1457790"/>
            <a:ext cx="2196959" cy="4698782"/>
          </a:xfrm>
          <a:prstGeom prst="rect">
            <a:avLst/>
          </a:prstGeom>
        </p:spPr>
      </p:pic>
      <p:sp>
        <p:nvSpPr>
          <p:cNvPr id="6" name="Text Placeholder 18">
            <a:extLst>
              <a:ext uri="{FF2B5EF4-FFF2-40B4-BE49-F238E27FC236}">
                <a16:creationId xmlns:a16="http://schemas.microsoft.com/office/drawing/2014/main" id="{A34F121E-7055-5041-6C4A-3E6A723B5A2E}"/>
              </a:ext>
            </a:extLst>
          </p:cNvPr>
          <p:cNvSpPr txBox="1">
            <a:spLocks/>
          </p:cNvSpPr>
          <p:nvPr/>
        </p:nvSpPr>
        <p:spPr>
          <a:xfrm>
            <a:off x="484549" y="1300906"/>
            <a:ext cx="1763319" cy="156865"/>
          </a:xfrm>
          <a:prstGeom prst="roundRect">
            <a:avLst>
              <a:gd name="adj" fmla="val 4269"/>
            </a:avLst>
          </a:prstGeom>
          <a:noFill/>
          <a:ln w="12700">
            <a:gradFill>
              <a:gsLst>
                <a:gs pos="0">
                  <a:schemeClr val="accent2"/>
                </a:gs>
                <a:gs pos="100000">
                  <a:schemeClr val="accent3"/>
                </a:gs>
              </a:gsLst>
              <a:lin ang="0" scaled="0"/>
            </a:gradFill>
          </a:ln>
        </p:spPr>
        <p:txBody>
          <a:bodyPr vert="horz" lIns="182880" tIns="0" rIns="182880" bIns="0" rtlCol="0">
            <a:sp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lvl="1" indent="0" algn="ctr">
              <a:lnSpc>
                <a:spcPct val="100000"/>
              </a:lnSpc>
              <a:spcBef>
                <a:spcPts val="0"/>
              </a:spcBef>
              <a:buNone/>
            </a:pPr>
            <a:r>
              <a:rPr lang="en-US" dirty="0"/>
              <a:t>Current Financial View</a:t>
            </a:r>
          </a:p>
        </p:txBody>
      </p:sp>
      <p:sp>
        <p:nvSpPr>
          <p:cNvPr id="7" name="Text Placeholder 18">
            <a:extLst>
              <a:ext uri="{FF2B5EF4-FFF2-40B4-BE49-F238E27FC236}">
                <a16:creationId xmlns:a16="http://schemas.microsoft.com/office/drawing/2014/main" id="{D75492D3-BA76-6A32-014B-285E1C4038EA}"/>
              </a:ext>
            </a:extLst>
          </p:cNvPr>
          <p:cNvSpPr txBox="1">
            <a:spLocks/>
          </p:cNvSpPr>
          <p:nvPr/>
        </p:nvSpPr>
        <p:spPr>
          <a:xfrm>
            <a:off x="4888401" y="1300907"/>
            <a:ext cx="1763319" cy="156865"/>
          </a:xfrm>
          <a:prstGeom prst="roundRect">
            <a:avLst>
              <a:gd name="adj" fmla="val 4269"/>
            </a:avLst>
          </a:prstGeom>
          <a:noFill/>
          <a:ln w="12700">
            <a:gradFill>
              <a:gsLst>
                <a:gs pos="0">
                  <a:schemeClr val="accent2"/>
                </a:gs>
                <a:gs pos="100000">
                  <a:schemeClr val="accent3"/>
                </a:gs>
              </a:gsLst>
              <a:lin ang="0" scaled="0"/>
            </a:gradFill>
          </a:ln>
        </p:spPr>
        <p:txBody>
          <a:bodyPr vert="horz" lIns="182880" tIns="0" rIns="182880" bIns="0" rtlCol="0">
            <a:sp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lvl="1" indent="0" algn="ctr">
              <a:lnSpc>
                <a:spcPct val="100000"/>
              </a:lnSpc>
              <a:spcBef>
                <a:spcPts val="0"/>
              </a:spcBef>
              <a:buNone/>
            </a:pPr>
            <a:r>
              <a:rPr lang="en-US" dirty="0"/>
              <a:t>Future Financial View</a:t>
            </a:r>
          </a:p>
        </p:txBody>
      </p:sp>
      <p:pic>
        <p:nvPicPr>
          <p:cNvPr id="9" name="Picture 8">
            <a:extLst>
              <a:ext uri="{FF2B5EF4-FFF2-40B4-BE49-F238E27FC236}">
                <a16:creationId xmlns:a16="http://schemas.microsoft.com/office/drawing/2014/main" id="{00F6A5B6-7FED-361B-D442-C97D290D2C3D}"/>
              </a:ext>
            </a:extLst>
          </p:cNvPr>
          <p:cNvPicPr>
            <a:picLocks noChangeAspect="1"/>
          </p:cNvPicPr>
          <p:nvPr/>
        </p:nvPicPr>
        <p:blipFill>
          <a:blip r:embed="rId3"/>
          <a:stretch>
            <a:fillRect/>
          </a:stretch>
        </p:blipFill>
        <p:spPr>
          <a:xfrm>
            <a:off x="3303046" y="5492424"/>
            <a:ext cx="4274820" cy="1195007"/>
          </a:xfrm>
          <a:prstGeom prst="rect">
            <a:avLst/>
          </a:prstGeom>
        </p:spPr>
      </p:pic>
      <p:pic>
        <p:nvPicPr>
          <p:cNvPr id="11" name="Picture 10">
            <a:extLst>
              <a:ext uri="{FF2B5EF4-FFF2-40B4-BE49-F238E27FC236}">
                <a16:creationId xmlns:a16="http://schemas.microsoft.com/office/drawing/2014/main" id="{DB39D249-B19C-77BA-58C4-BCBA9B4BD3BB}"/>
              </a:ext>
            </a:extLst>
          </p:cNvPr>
          <p:cNvPicPr>
            <a:picLocks noChangeAspect="1"/>
          </p:cNvPicPr>
          <p:nvPr/>
        </p:nvPicPr>
        <p:blipFill>
          <a:blip r:embed="rId4"/>
          <a:stretch>
            <a:fillRect/>
          </a:stretch>
        </p:blipFill>
        <p:spPr>
          <a:xfrm>
            <a:off x="2759832" y="1400570"/>
            <a:ext cx="6203013" cy="4009443"/>
          </a:xfrm>
          <a:prstGeom prst="rect">
            <a:avLst/>
          </a:prstGeom>
        </p:spPr>
      </p:pic>
      <p:cxnSp>
        <p:nvCxnSpPr>
          <p:cNvPr id="13" name="Straight Connector 12">
            <a:extLst>
              <a:ext uri="{FF2B5EF4-FFF2-40B4-BE49-F238E27FC236}">
                <a16:creationId xmlns:a16="http://schemas.microsoft.com/office/drawing/2014/main" id="{F19CFA30-5E1D-81B3-29AD-426A2D2B46EC}"/>
              </a:ext>
            </a:extLst>
          </p:cNvPr>
          <p:cNvCxnSpPr/>
          <p:nvPr/>
        </p:nvCxnSpPr>
        <p:spPr>
          <a:xfrm>
            <a:off x="2613805" y="1300906"/>
            <a:ext cx="0" cy="5223813"/>
          </a:xfrm>
          <a:prstGeom prst="line">
            <a:avLst/>
          </a:prstGeom>
          <a:ln w="9525">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597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C4E6-1A42-E160-69EB-F0882C3FEAC3}"/>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4EC40D1-C12A-5F87-5FDA-A6ED13733CB1}"/>
              </a:ext>
            </a:extLst>
          </p:cNvPr>
          <p:cNvSpPr>
            <a:spLocks noGrp="1"/>
          </p:cNvSpPr>
          <p:nvPr>
            <p:ph type="title"/>
          </p:nvPr>
        </p:nvSpPr>
        <p:spPr/>
        <p:txBody>
          <a:bodyPr/>
          <a:lstStyle/>
          <a:p>
            <a:r>
              <a:rPr lang="en-US" dirty="0"/>
              <a:t>Full Planning Platform: Planned Proof of Concept</a:t>
            </a:r>
          </a:p>
        </p:txBody>
      </p:sp>
      <p:sp>
        <p:nvSpPr>
          <p:cNvPr id="2" name="Footer Placeholder 1">
            <a:extLst>
              <a:ext uri="{FF2B5EF4-FFF2-40B4-BE49-F238E27FC236}">
                <a16:creationId xmlns:a16="http://schemas.microsoft.com/office/drawing/2014/main" id="{0E1652AF-1BE7-9353-C10B-BAA8C8336704}"/>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1FBD2BF5-1B3A-E8A9-96EE-B9734319941C}"/>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4</a:t>
            </a:fld>
            <a:endParaRPr lang="en-US"/>
          </a:p>
        </p:txBody>
      </p:sp>
      <p:sp>
        <p:nvSpPr>
          <p:cNvPr id="15" name="Text Placeholder 14">
            <a:extLst>
              <a:ext uri="{FF2B5EF4-FFF2-40B4-BE49-F238E27FC236}">
                <a16:creationId xmlns:a16="http://schemas.microsoft.com/office/drawing/2014/main" id="{8651FE27-EF5F-7C48-2850-C25575B16F38}"/>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7277896D-F6D9-2641-5D13-D9C7CCD78845}"/>
              </a:ext>
            </a:extLst>
          </p:cNvPr>
          <p:cNvSpPr>
            <a:spLocks noGrp="1"/>
          </p:cNvSpPr>
          <p:nvPr>
            <p:ph type="body" sz="quarter" idx="26"/>
          </p:nvPr>
        </p:nvSpPr>
        <p:spPr>
          <a:xfrm>
            <a:off x="6105771" y="933879"/>
            <a:ext cx="2760453" cy="5416519"/>
          </a:xfrm>
        </p:spPr>
        <p:txBody>
          <a:bodyPr/>
          <a:lstStyle/>
          <a:p>
            <a:r>
              <a:rPr lang="en-US" dirty="0"/>
              <a:t>Internal Connected Systems (preferred method is direct API):</a:t>
            </a:r>
          </a:p>
          <a:p>
            <a:pPr marL="171450" indent="-171450">
              <a:spcBef>
                <a:spcPts val="600"/>
              </a:spcBef>
              <a:buFont typeface="Arial" panose="020B0604020202020204" pitchFamily="34" charset="0"/>
              <a:buChar char="•"/>
            </a:pPr>
            <a:r>
              <a:rPr lang="en-US" sz="1000" b="1" dirty="0"/>
              <a:t>SAP:</a:t>
            </a:r>
            <a:r>
              <a:rPr lang="en-US" sz="1000" dirty="0"/>
              <a:t> Main financial ERP system to integrate General Ledger, Project Spend, Appropriation Request info and other various financial data points</a:t>
            </a:r>
          </a:p>
          <a:p>
            <a:pPr marL="171450" indent="-171450">
              <a:spcBef>
                <a:spcPts val="600"/>
              </a:spcBef>
              <a:buFont typeface="Arial" panose="020B0604020202020204" pitchFamily="34" charset="0"/>
              <a:buChar char="•"/>
            </a:pPr>
            <a:r>
              <a:rPr lang="en-US" sz="1000" b="1" dirty="0"/>
              <a:t>Ariba:</a:t>
            </a:r>
            <a:r>
              <a:rPr lang="en-US" sz="1000" dirty="0"/>
              <a:t> Main system to integrate Purchase Order, Invoice and Contract information</a:t>
            </a:r>
          </a:p>
          <a:p>
            <a:pPr marL="171450" indent="-171450">
              <a:spcBef>
                <a:spcPts val="600"/>
              </a:spcBef>
              <a:buFont typeface="Arial" panose="020B0604020202020204" pitchFamily="34" charset="0"/>
              <a:buChar char="•"/>
            </a:pPr>
            <a:r>
              <a:rPr lang="en-US" sz="1000" b="1" dirty="0"/>
              <a:t>JETT:</a:t>
            </a:r>
            <a:r>
              <a:rPr lang="en-US" sz="1000" dirty="0"/>
              <a:t> Primary P&amp;T time entry system; will integrate actual time entry and project information into resource capacity planning modules</a:t>
            </a:r>
          </a:p>
          <a:p>
            <a:pPr marL="171450" indent="-171450">
              <a:spcBef>
                <a:spcPts val="600"/>
              </a:spcBef>
              <a:buFont typeface="Arial" panose="020B0604020202020204" pitchFamily="34" charset="0"/>
              <a:buChar char="•"/>
            </a:pPr>
            <a:r>
              <a:rPr lang="en-US" sz="1000" b="1" dirty="0" err="1"/>
              <a:t>FieldGlass</a:t>
            </a:r>
            <a:r>
              <a:rPr lang="en-US" sz="1000" b="1" dirty="0"/>
              <a:t>:</a:t>
            </a:r>
            <a:r>
              <a:rPr lang="en-US" sz="1000" dirty="0"/>
              <a:t> Primary vendor payment system, high level time tracking and financial allocations of contractors (feeds into Ariba &amp; SAP)</a:t>
            </a:r>
          </a:p>
          <a:p>
            <a:pPr marL="171450" indent="-171450">
              <a:spcBef>
                <a:spcPts val="600"/>
              </a:spcBef>
              <a:buFont typeface="Arial" panose="020B0604020202020204" pitchFamily="34" charset="0"/>
              <a:buChar char="•"/>
            </a:pPr>
            <a:r>
              <a:rPr lang="en-US" sz="1000" b="1" dirty="0"/>
              <a:t>Janus (Business Planning Application): </a:t>
            </a:r>
            <a:r>
              <a:rPr lang="en-US" sz="1000" dirty="0"/>
              <a:t>Internal SQL database housing all P&amp;T base level financial information for budget, forecast and actuals</a:t>
            </a:r>
            <a:endParaRPr lang="en-US" sz="1000" b="1" dirty="0"/>
          </a:p>
          <a:p>
            <a:pPr marL="285750" indent="-285750">
              <a:buFont typeface="Arial" panose="020B0604020202020204" pitchFamily="34" charset="0"/>
              <a:buChar char="•"/>
            </a:pPr>
            <a:endParaRPr lang="en-US" dirty="0"/>
          </a:p>
        </p:txBody>
      </p:sp>
      <p:sp>
        <p:nvSpPr>
          <p:cNvPr id="16" name="Text Placeholder 5">
            <a:extLst>
              <a:ext uri="{FF2B5EF4-FFF2-40B4-BE49-F238E27FC236}">
                <a16:creationId xmlns:a16="http://schemas.microsoft.com/office/drawing/2014/main" id="{E4807015-4C29-5358-708E-6B69CC9F0AF4}"/>
              </a:ext>
            </a:extLst>
          </p:cNvPr>
          <p:cNvSpPr txBox="1">
            <a:spLocks/>
          </p:cNvSpPr>
          <p:nvPr/>
        </p:nvSpPr>
        <p:spPr>
          <a:xfrm>
            <a:off x="3199534" y="933879"/>
            <a:ext cx="2760453"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Timing:</a:t>
            </a:r>
          </a:p>
          <a:p>
            <a:pPr marL="171450" indent="-171450">
              <a:spcBef>
                <a:spcPts val="600"/>
              </a:spcBef>
              <a:buFont typeface="Arial" panose="020B0604020202020204" pitchFamily="34" charset="0"/>
              <a:buChar char="•"/>
            </a:pPr>
            <a:r>
              <a:rPr lang="en-US" sz="1000" dirty="0"/>
              <a:t>Q2’26: work through contract scoping</a:t>
            </a:r>
          </a:p>
          <a:p>
            <a:pPr marL="171450" indent="-171450">
              <a:spcBef>
                <a:spcPts val="600"/>
              </a:spcBef>
              <a:buFont typeface="Arial" panose="020B0604020202020204" pitchFamily="34" charset="0"/>
              <a:buChar char="•"/>
            </a:pPr>
            <a:r>
              <a:rPr lang="en-US" sz="1000" dirty="0"/>
              <a:t>May – Jun 2026: system set up and implementation strategy</a:t>
            </a:r>
          </a:p>
          <a:p>
            <a:pPr marL="171450" indent="-171450">
              <a:spcBef>
                <a:spcPts val="600"/>
              </a:spcBef>
              <a:buFont typeface="Arial" panose="020B0604020202020204" pitchFamily="34" charset="0"/>
              <a:buChar char="•"/>
            </a:pPr>
            <a:r>
              <a:rPr lang="en-US" sz="1000"/>
              <a:t>June - July </a:t>
            </a:r>
            <a:r>
              <a:rPr lang="en-US" sz="1000" dirty="0"/>
              <a:t>2026: launch product within Mike’s organization</a:t>
            </a:r>
          </a:p>
          <a:p>
            <a:pPr marL="171450" indent="-171450">
              <a:spcBef>
                <a:spcPts val="600"/>
              </a:spcBef>
              <a:buFont typeface="Arial" panose="020B0604020202020204" pitchFamily="34" charset="0"/>
              <a:buChar char="•"/>
            </a:pPr>
            <a:r>
              <a:rPr lang="en-US" sz="1000" dirty="0"/>
              <a:t>August/September 2026: Broader implementation with additional P&amp;T teams in conjunction with 2027 Budget planning activities</a:t>
            </a:r>
          </a:p>
          <a:p>
            <a:pPr marL="285750" indent="-285750">
              <a:buFont typeface="Arial" panose="020B0604020202020204" pitchFamily="34" charset="0"/>
              <a:buChar char="•"/>
            </a:pPr>
            <a:endParaRPr lang="en-US" dirty="0"/>
          </a:p>
        </p:txBody>
      </p:sp>
      <p:sp>
        <p:nvSpPr>
          <p:cNvPr id="17" name="Text Placeholder 5">
            <a:extLst>
              <a:ext uri="{FF2B5EF4-FFF2-40B4-BE49-F238E27FC236}">
                <a16:creationId xmlns:a16="http://schemas.microsoft.com/office/drawing/2014/main" id="{1ADB40DB-0B39-4A6E-750C-2B3E45ABC420}"/>
              </a:ext>
            </a:extLst>
          </p:cNvPr>
          <p:cNvSpPr txBox="1">
            <a:spLocks/>
          </p:cNvSpPr>
          <p:nvPr/>
        </p:nvSpPr>
        <p:spPr>
          <a:xfrm>
            <a:off x="293297" y="933879"/>
            <a:ext cx="2760453"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Overview:</a:t>
            </a:r>
          </a:p>
          <a:p>
            <a:pPr marL="171450" indent="-171450">
              <a:spcBef>
                <a:spcPts val="600"/>
              </a:spcBef>
              <a:buFont typeface="Arial" panose="020B0604020202020204" pitchFamily="34" charset="0"/>
              <a:buChar char="•"/>
            </a:pPr>
            <a:r>
              <a:rPr lang="en-US" sz="1000" dirty="0"/>
              <a:t>The Product &amp; Technology Business Planning team is supportive of implementing a POC in conjunction with Mike Baldino’s Data &amp; Infrastructure team</a:t>
            </a:r>
          </a:p>
          <a:p>
            <a:pPr marL="171450" indent="-171450">
              <a:spcBef>
                <a:spcPts val="600"/>
              </a:spcBef>
              <a:buFont typeface="Arial" panose="020B0604020202020204" pitchFamily="34" charset="0"/>
              <a:buChar char="•"/>
            </a:pPr>
            <a:r>
              <a:rPr lang="en-US" sz="1000" dirty="0">
                <a:solidFill>
                  <a:schemeClr val="tx1"/>
                </a:solidFill>
              </a:rPr>
              <a:t>POC will primarily focus on team resource capacity planning and related financial output projecting labor costs across multiple projects and financial cost centers. Secondary focus will include full financial planning, tracking and reporting in a singular system, such as Software and Hardware costs</a:t>
            </a:r>
          </a:p>
          <a:p>
            <a:pPr marL="171450" indent="-171450">
              <a:spcBef>
                <a:spcPts val="600"/>
              </a:spcBef>
              <a:buFont typeface="Arial" panose="020B0604020202020204" pitchFamily="34" charset="0"/>
              <a:buChar char="•"/>
            </a:pPr>
            <a:r>
              <a:rPr lang="en-US" sz="1000" dirty="0"/>
              <a:t>Initial POC will include 2-3 members from Business Planning + 3-4 members from Mike’s leadership team to collaborate</a:t>
            </a:r>
          </a:p>
          <a:p>
            <a:pPr marL="171450" indent="-171450">
              <a:spcBef>
                <a:spcPts val="600"/>
              </a:spcBef>
              <a:buFont typeface="Arial" panose="020B0604020202020204" pitchFamily="34" charset="0"/>
              <a:buChar char="•"/>
            </a:pPr>
            <a:r>
              <a:rPr lang="en-US" sz="1000" dirty="0"/>
              <a:t>Post POC implementation is expected to take ~4-5 months and will incorporate integration with Charter systems/data for </a:t>
            </a:r>
            <a:r>
              <a:rPr lang="en-US" sz="1000"/>
              <a:t>production </a:t>
            </a:r>
            <a:endParaRPr lang="en-US" sz="10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3047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0EAED-B437-812A-D8A8-D3DB3B2222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13A57E-85D3-24E4-E3AF-81F18EB80A13}"/>
              </a:ext>
            </a:extLst>
          </p:cNvPr>
          <p:cNvSpPr>
            <a:spLocks noGrp="1"/>
          </p:cNvSpPr>
          <p:nvPr>
            <p:ph type="title"/>
          </p:nvPr>
        </p:nvSpPr>
        <p:spPr>
          <a:xfrm>
            <a:off x="372666" y="640080"/>
            <a:ext cx="8375094" cy="328304"/>
          </a:xfrm>
        </p:spPr>
        <p:txBody>
          <a:bodyPr/>
          <a:lstStyle/>
          <a:p>
            <a:r>
              <a:rPr lang="en-US" dirty="0"/>
              <a:t>Planning Tool Summary</a:t>
            </a:r>
          </a:p>
        </p:txBody>
      </p:sp>
      <p:sp>
        <p:nvSpPr>
          <p:cNvPr id="6" name="Footer Placeholder 5">
            <a:extLst>
              <a:ext uri="{FF2B5EF4-FFF2-40B4-BE49-F238E27FC236}">
                <a16:creationId xmlns:a16="http://schemas.microsoft.com/office/drawing/2014/main" id="{7DBF0341-8755-816E-3B55-5999490D17E3}"/>
              </a:ext>
            </a:extLst>
          </p:cNvPr>
          <p:cNvSpPr>
            <a:spLocks noGrp="1"/>
          </p:cNvSpPr>
          <p:nvPr>
            <p:ph type="ftr" sz="quarter" idx="54"/>
          </p:nvPr>
        </p:nvSpPr>
        <p:spPr>
          <a:xfrm>
            <a:off x="1006042" y="6384903"/>
            <a:ext cx="6106857" cy="139816"/>
          </a:xfrm>
        </p:spPr>
        <p:txBody>
          <a:bodyPr/>
          <a:lstStyle/>
          <a:p>
            <a:r>
              <a:rPr lang="en-US"/>
              <a:t>Confidential</a:t>
            </a:r>
          </a:p>
        </p:txBody>
      </p:sp>
      <p:sp>
        <p:nvSpPr>
          <p:cNvPr id="5" name="Slide Number Placeholder 4">
            <a:extLst>
              <a:ext uri="{FF2B5EF4-FFF2-40B4-BE49-F238E27FC236}">
                <a16:creationId xmlns:a16="http://schemas.microsoft.com/office/drawing/2014/main" id="{9C5E2370-CC7F-8E9E-73EF-CD51D0718AA6}"/>
              </a:ext>
            </a:extLst>
          </p:cNvPr>
          <p:cNvSpPr>
            <a:spLocks noGrp="1"/>
          </p:cNvSpPr>
          <p:nvPr>
            <p:ph type="sldNum" sz="quarter" idx="55"/>
          </p:nvPr>
        </p:nvSpPr>
        <p:spPr>
          <a:xfrm>
            <a:off x="372667" y="6384903"/>
            <a:ext cx="516230" cy="139816"/>
          </a:xfrm>
        </p:spPr>
        <p:txBody>
          <a:bodyPr/>
          <a:lstStyle/>
          <a:p>
            <a:fld id="{A82C3BC0-3EBF-3C4C-A3D8-795624EBC6AA}" type="slidenum">
              <a:rPr lang="en-US" smtClean="0"/>
              <a:pPr/>
              <a:t>5</a:t>
            </a:fld>
            <a:endParaRPr lang="en-US"/>
          </a:p>
        </p:txBody>
      </p:sp>
      <p:sp>
        <p:nvSpPr>
          <p:cNvPr id="27" name="Text Placeholder 26">
            <a:extLst>
              <a:ext uri="{FF2B5EF4-FFF2-40B4-BE49-F238E27FC236}">
                <a16:creationId xmlns:a16="http://schemas.microsoft.com/office/drawing/2014/main" id="{CE1B68DC-6ABD-5C41-3667-69E77E86A15B}"/>
              </a:ext>
            </a:extLst>
          </p:cNvPr>
          <p:cNvSpPr>
            <a:spLocks noGrp="1"/>
          </p:cNvSpPr>
          <p:nvPr>
            <p:ph type="body" sz="quarter" idx="19"/>
          </p:nvPr>
        </p:nvSpPr>
        <p:spPr/>
        <p:txBody>
          <a:bodyPr/>
          <a:lstStyle/>
          <a:p>
            <a:endParaRPr lang="en-US"/>
          </a:p>
        </p:txBody>
      </p:sp>
      <p:graphicFrame>
        <p:nvGraphicFramePr>
          <p:cNvPr id="58" name="Diagram 57">
            <a:extLst>
              <a:ext uri="{FF2B5EF4-FFF2-40B4-BE49-F238E27FC236}">
                <a16:creationId xmlns:a16="http://schemas.microsoft.com/office/drawing/2014/main" id="{05780365-5A30-B63F-0164-89400030F7EE}"/>
              </a:ext>
            </a:extLst>
          </p:cNvPr>
          <p:cNvGraphicFramePr/>
          <p:nvPr>
            <p:extLst>
              <p:ext uri="{D42A27DB-BD31-4B8C-83A1-F6EECF244321}">
                <p14:modId xmlns:p14="http://schemas.microsoft.com/office/powerpoint/2010/main" val="1050390575"/>
              </p:ext>
            </p:extLst>
          </p:nvPr>
        </p:nvGraphicFramePr>
        <p:xfrm>
          <a:off x="-589473" y="1133085"/>
          <a:ext cx="7766650" cy="5084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9" name="Text Placeholder 5">
            <a:extLst>
              <a:ext uri="{FF2B5EF4-FFF2-40B4-BE49-F238E27FC236}">
                <a16:creationId xmlns:a16="http://schemas.microsoft.com/office/drawing/2014/main" id="{63E10EB1-3303-DC6A-729F-A7A1703750FC}"/>
              </a:ext>
            </a:extLst>
          </p:cNvPr>
          <p:cNvSpPr txBox="1">
            <a:spLocks/>
          </p:cNvSpPr>
          <p:nvPr/>
        </p:nvSpPr>
        <p:spPr>
          <a:xfrm>
            <a:off x="5874589" y="933879"/>
            <a:ext cx="2991635" cy="5416519"/>
          </a:xfrm>
          <a:prstGeom prst="roundRect">
            <a:avLst>
              <a:gd name="adj" fmla="val 4269"/>
            </a:avLst>
          </a:prstGeom>
        </p:spPr>
        <p:txBody>
          <a:bodyPr/>
          <a:lstStyle>
            <a:lvl1pPr marL="0" indent="0" algn="l" defTabSz="685783" rtl="0" eaLnBrk="1" latinLnBrk="0" hangingPunct="1">
              <a:lnSpc>
                <a:spcPct val="110000"/>
              </a:lnSpc>
              <a:spcBef>
                <a:spcPts val="1800"/>
              </a:spcBef>
              <a:buFont typeface="Arial"/>
              <a:buNone/>
              <a:defRPr sz="1200" b="0" i="0" kern="120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b="1" dirty="0"/>
              <a:t>Key Planning Areas:</a:t>
            </a:r>
          </a:p>
          <a:p>
            <a:pPr marL="171450" indent="-171450">
              <a:spcBef>
                <a:spcPts val="600"/>
              </a:spcBef>
              <a:buFont typeface="Arial" panose="020B0604020202020204" pitchFamily="34" charset="0"/>
              <a:buChar char="•"/>
            </a:pPr>
            <a:r>
              <a:rPr lang="en-US" sz="1000" b="1" dirty="0"/>
              <a:t>Labor Planning:</a:t>
            </a:r>
            <a:r>
              <a:rPr lang="en-US" sz="1000" dirty="0"/>
              <a:t> FTE and Contract Labor is allocated to projects at a lower level than current SAP Financial Budgets. Tool will allow managers to manage current headcount and allocate hours/costs at the JETT CHPROJECT level. This will allow us to manage and track costs at the portfolio level and a layer below. Business Planning will map lowest level project costs into higher level Financial Budget codes (P/B codes and </a:t>
            </a:r>
            <a:r>
              <a:rPr lang="en-US" sz="1000" dirty="0" err="1"/>
              <a:t>opex</a:t>
            </a:r>
            <a:r>
              <a:rPr lang="en-US" sz="1000" dirty="0"/>
              <a:t> allocated cost object codes)</a:t>
            </a:r>
          </a:p>
          <a:p>
            <a:pPr marL="171450" indent="-171450">
              <a:spcBef>
                <a:spcPts val="600"/>
              </a:spcBef>
              <a:buFont typeface="Arial" panose="020B0604020202020204" pitchFamily="34" charset="0"/>
              <a:buChar char="•"/>
            </a:pPr>
            <a:r>
              <a:rPr lang="en-US" sz="1000" b="1" dirty="0"/>
              <a:t>Software &amp; Licensing:</a:t>
            </a:r>
            <a:r>
              <a:rPr lang="en-US" sz="1000" dirty="0"/>
              <a:t> P&amp;T manages over 250 unique licensing agreements split across capex, </a:t>
            </a:r>
            <a:r>
              <a:rPr lang="en-US" sz="1000" dirty="0" err="1"/>
              <a:t>opex</a:t>
            </a:r>
            <a:r>
              <a:rPr lang="en-US" sz="1000" dirty="0"/>
              <a:t>, multiple Business Units and have varying terms (annual, multi-year). Tool will allow to set up a master contract ID (vendor, contract details, Exec. Owner, etc.) and allow managers/leaders to add costs to their financial plan by selecting parent ID to then input future costs (primarily for forecasting &amp; budgeting) </a:t>
            </a:r>
          </a:p>
          <a:p>
            <a:pPr marL="171450" indent="-171450">
              <a:spcBef>
                <a:spcPts val="600"/>
              </a:spcBef>
              <a:buFont typeface="Arial" panose="020B0604020202020204" pitchFamily="34" charset="0"/>
              <a:buChar char="•"/>
            </a:pPr>
            <a:r>
              <a:rPr lang="en-US" sz="1000" b="1" dirty="0"/>
              <a:t>Hardware Planning:</a:t>
            </a:r>
            <a:r>
              <a:rPr lang="en-US" sz="1000" dirty="0"/>
              <a:t> P&amp;T manages a massive Hardware/Material budget. Tool will allow managers/leaders to plan, track and manage requested purchases and assign to overall Financial Budgets </a:t>
            </a:r>
            <a:endParaRPr lang="en-US" sz="1000" b="1" dirty="0"/>
          </a:p>
          <a:p>
            <a:pPr marL="285750" indent="-285750">
              <a:buFont typeface="Arial" panose="020B0604020202020204" pitchFamily="34" charset="0"/>
              <a:buChar char="•"/>
            </a:pPr>
            <a:endParaRPr lang="en-US" dirty="0"/>
          </a:p>
        </p:txBody>
      </p:sp>
      <p:sp>
        <p:nvSpPr>
          <p:cNvPr id="60" name="TextBox 59">
            <a:extLst>
              <a:ext uri="{FF2B5EF4-FFF2-40B4-BE49-F238E27FC236}">
                <a16:creationId xmlns:a16="http://schemas.microsoft.com/office/drawing/2014/main" id="{4ACA2832-069E-6D0A-746F-FC2700B5B1A7}"/>
              </a:ext>
            </a:extLst>
          </p:cNvPr>
          <p:cNvSpPr txBox="1"/>
          <p:nvPr/>
        </p:nvSpPr>
        <p:spPr>
          <a:xfrm>
            <a:off x="372665" y="1115108"/>
            <a:ext cx="1561382" cy="1000664"/>
          </a:xfrm>
          <a:prstGeom prst="rect">
            <a:avLst/>
          </a:prstGeom>
          <a:noFill/>
          <a:ln>
            <a:solidFill>
              <a:schemeClr val="accent3"/>
            </a:solidFill>
          </a:ln>
        </p:spPr>
        <p:txBody>
          <a:bodyPr wrap="square" lIns="0" tIns="0" rIns="0" bIns="0" rtlCol="0">
            <a:noAutofit/>
          </a:bodyPr>
          <a:lstStyle/>
          <a:p>
            <a:pPr algn="ctr">
              <a:lnSpc>
                <a:spcPct val="110000"/>
              </a:lnSpc>
              <a:spcBef>
                <a:spcPts val="900"/>
              </a:spcBef>
            </a:pPr>
            <a:r>
              <a:rPr lang="en-US" sz="1400" dirty="0">
                <a:latin typeface="Spectrum Sans Book" panose="020B0402020503020304" pitchFamily="34" charset="0"/>
                <a:ea typeface="Open Sans Light" pitchFamily="2" charset="0"/>
                <a:cs typeface="Spectrum Sans Book" panose="020B0402020503020304" pitchFamily="34" charset="0"/>
              </a:rPr>
              <a:t>Inclusive of BU funded and Client funded project costs</a:t>
            </a:r>
          </a:p>
        </p:txBody>
      </p:sp>
      <p:cxnSp>
        <p:nvCxnSpPr>
          <p:cNvPr id="62" name="Straight Arrow Connector 61">
            <a:extLst>
              <a:ext uri="{FF2B5EF4-FFF2-40B4-BE49-F238E27FC236}">
                <a16:creationId xmlns:a16="http://schemas.microsoft.com/office/drawing/2014/main" id="{E6884164-E034-4275-9788-832C669BCCE0}"/>
              </a:ext>
            </a:extLst>
          </p:cNvPr>
          <p:cNvCxnSpPr/>
          <p:nvPr/>
        </p:nvCxnSpPr>
        <p:spPr>
          <a:xfrm flipH="1" flipV="1">
            <a:off x="1647645" y="2147977"/>
            <a:ext cx="966159" cy="1011082"/>
          </a:xfrm>
          <a:prstGeom prst="straightConnector1">
            <a:avLst/>
          </a:prstGeom>
          <a:ln w="9525">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70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DA1B-D683-9ACF-0ABC-D2952535FE43}"/>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F690111-9A63-2251-2986-B2A3C19E8787}"/>
              </a:ext>
            </a:extLst>
          </p:cNvPr>
          <p:cNvSpPr>
            <a:spLocks noGrp="1"/>
          </p:cNvSpPr>
          <p:nvPr>
            <p:ph type="title"/>
          </p:nvPr>
        </p:nvSpPr>
        <p:spPr/>
        <p:txBody>
          <a:bodyPr/>
          <a:lstStyle/>
          <a:p>
            <a:r>
              <a:rPr lang="en-US" dirty="0"/>
              <a:t>Roster Management &amp; Resource Planning</a:t>
            </a:r>
          </a:p>
        </p:txBody>
      </p:sp>
      <p:sp>
        <p:nvSpPr>
          <p:cNvPr id="2" name="Footer Placeholder 1">
            <a:extLst>
              <a:ext uri="{FF2B5EF4-FFF2-40B4-BE49-F238E27FC236}">
                <a16:creationId xmlns:a16="http://schemas.microsoft.com/office/drawing/2014/main" id="{0A24A80B-F6EC-A595-C0F7-28B751CBC0A1}"/>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4128C6B9-717B-CA22-C659-D2F9A6B40910}"/>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6</a:t>
            </a:fld>
            <a:endParaRPr lang="en-US"/>
          </a:p>
        </p:txBody>
      </p:sp>
      <p:sp>
        <p:nvSpPr>
          <p:cNvPr id="15" name="Text Placeholder 14">
            <a:extLst>
              <a:ext uri="{FF2B5EF4-FFF2-40B4-BE49-F238E27FC236}">
                <a16:creationId xmlns:a16="http://schemas.microsoft.com/office/drawing/2014/main" id="{119841BE-CE25-AFBF-8DEE-37AD7FFE5BDD}"/>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8C432EF3-69AD-E4E9-C082-00E98E3377E6}"/>
              </a:ext>
            </a:extLst>
          </p:cNvPr>
          <p:cNvSpPr>
            <a:spLocks noGrp="1"/>
          </p:cNvSpPr>
          <p:nvPr>
            <p:ph type="body" sz="quarter" idx="26"/>
          </p:nvPr>
        </p:nvSpPr>
        <p:spPr>
          <a:xfrm>
            <a:off x="5846979" y="933879"/>
            <a:ext cx="3019245" cy="5416519"/>
          </a:xfrm>
        </p:spPr>
        <p:txBody>
          <a:bodyPr/>
          <a:lstStyle/>
          <a:p>
            <a:r>
              <a:rPr lang="en-US" dirty="0"/>
              <a:t>Process &amp; Outcome:</a:t>
            </a:r>
          </a:p>
          <a:p>
            <a:pPr marL="171450" indent="-171450">
              <a:spcBef>
                <a:spcPts val="600"/>
              </a:spcBef>
              <a:buFont typeface="Arial" panose="020B0604020202020204" pitchFamily="34" charset="0"/>
              <a:buChar char="•"/>
            </a:pPr>
            <a:r>
              <a:rPr lang="en-US" sz="1000" dirty="0"/>
              <a:t>Operational Managers or Directors will manage full team workload projections based on historical time entry + planned roadmap &amp; portfolio prioritization</a:t>
            </a:r>
          </a:p>
          <a:p>
            <a:pPr marL="171450" indent="-171450">
              <a:spcBef>
                <a:spcPts val="600"/>
              </a:spcBef>
              <a:buFont typeface="Arial" panose="020B0604020202020204" pitchFamily="34" charset="0"/>
              <a:buChar char="•"/>
            </a:pPr>
            <a:r>
              <a:rPr lang="en-US" sz="1000" dirty="0"/>
              <a:t>Lowest level planning: CHPROJECT &gt; Activity Type &gt; Application Name</a:t>
            </a:r>
          </a:p>
          <a:p>
            <a:pPr marL="171450" indent="-171450">
              <a:spcBef>
                <a:spcPts val="600"/>
              </a:spcBef>
              <a:buFont typeface="Arial" panose="020B0604020202020204" pitchFamily="34" charset="0"/>
              <a:buChar char="•"/>
            </a:pPr>
            <a:r>
              <a:rPr lang="en-US" sz="1000" dirty="0"/>
              <a:t>Application will update in real time to track resource demand &amp; capacity at either an aggregate or resource level and project portfolio and financial budget costs based on resource allocation</a:t>
            </a:r>
          </a:p>
          <a:p>
            <a:pPr marL="171450" indent="-171450">
              <a:spcBef>
                <a:spcPts val="600"/>
              </a:spcBef>
              <a:buFont typeface="Arial" panose="020B0604020202020204" pitchFamily="34" charset="0"/>
              <a:buChar char="•"/>
            </a:pPr>
            <a:r>
              <a:rPr lang="en-US" sz="1000" dirty="0"/>
              <a:t>When Manager/Director is done with their resource plan, they will submit for approval. This approval path will follow HR Hierarchy and can be adjusted by leader to determine the number of approval points prior to reaching Business Planning for review</a:t>
            </a:r>
          </a:p>
          <a:p>
            <a:pPr marL="171450" indent="-171450">
              <a:spcBef>
                <a:spcPts val="600"/>
              </a:spcBef>
              <a:buFont typeface="Arial" panose="020B0604020202020204" pitchFamily="34" charset="0"/>
              <a:buChar char="•"/>
            </a:pPr>
            <a:r>
              <a:rPr lang="en-US" sz="1000" dirty="0"/>
              <a:t>Lowest level planning will be mapped to Financial Budget data to drive allocation of BU funded vs Client funded activities (</a:t>
            </a:r>
            <a:r>
              <a:rPr lang="en-US" sz="1000" dirty="0" err="1"/>
              <a:t>opex</a:t>
            </a:r>
            <a:r>
              <a:rPr lang="en-US" sz="1000" dirty="0"/>
              <a:t> vs capex driven by Activity Type)</a:t>
            </a:r>
          </a:p>
          <a:p>
            <a:pPr marL="171450" indent="-171450">
              <a:spcBef>
                <a:spcPts val="600"/>
              </a:spcBef>
              <a:buFont typeface="Arial" panose="020B0604020202020204" pitchFamily="34" charset="0"/>
              <a:buChar char="•"/>
            </a:pPr>
            <a:r>
              <a:rPr lang="en-US" sz="1000" dirty="0"/>
              <a:t>What If and Scenario planning will be available to project demand, capacity and financial impacts of changing project priorities</a:t>
            </a:r>
          </a:p>
          <a:p>
            <a:pPr marL="285750" indent="-285750">
              <a:buFont typeface="Arial" panose="020B0604020202020204" pitchFamily="34" charset="0"/>
              <a:buChar char="•"/>
            </a:pPr>
            <a:endParaRPr lang="en-US" dirty="0"/>
          </a:p>
        </p:txBody>
      </p:sp>
      <p:sp>
        <p:nvSpPr>
          <p:cNvPr id="16" name="Text Placeholder 5">
            <a:extLst>
              <a:ext uri="{FF2B5EF4-FFF2-40B4-BE49-F238E27FC236}">
                <a16:creationId xmlns:a16="http://schemas.microsoft.com/office/drawing/2014/main" id="{17105DD3-7BFD-0C2B-4E97-DE492F240018}"/>
              </a:ext>
            </a:extLst>
          </p:cNvPr>
          <p:cNvSpPr txBox="1">
            <a:spLocks/>
          </p:cNvSpPr>
          <p:nvPr/>
        </p:nvSpPr>
        <p:spPr>
          <a:xfrm>
            <a:off x="2940742" y="933879"/>
            <a:ext cx="2760453"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Connections:</a:t>
            </a:r>
          </a:p>
          <a:p>
            <a:pPr marL="171450" indent="-171450">
              <a:spcBef>
                <a:spcPts val="600"/>
              </a:spcBef>
              <a:buFont typeface="Arial" panose="020B0604020202020204" pitchFamily="34" charset="0"/>
              <a:buChar char="•"/>
            </a:pPr>
            <a:r>
              <a:rPr lang="en-US" sz="1000" b="1" dirty="0"/>
              <a:t>HR resource files </a:t>
            </a:r>
            <a:r>
              <a:rPr lang="en-US" sz="1000" dirty="0"/>
              <a:t>will be used as source of truth and are provided down to Supervisor 8 level for multiple consolidations. This will include additional resource information: Hourly Rates, Vendor, Employee Type, Supervisor Hierarchy, Location, etc.</a:t>
            </a:r>
          </a:p>
          <a:p>
            <a:pPr marL="171450" indent="-171450">
              <a:spcBef>
                <a:spcPts val="600"/>
              </a:spcBef>
              <a:buFont typeface="Arial" panose="020B0604020202020204" pitchFamily="34" charset="0"/>
              <a:buChar char="•"/>
            </a:pPr>
            <a:r>
              <a:rPr lang="en-US" sz="1000" b="1" dirty="0"/>
              <a:t>JETT</a:t>
            </a:r>
            <a:r>
              <a:rPr lang="en-US" sz="1000" dirty="0"/>
              <a:t> will be used to provide historical/current time entry by resource at the CHPRORJECT, Activity Type and Application Name levels</a:t>
            </a:r>
          </a:p>
          <a:p>
            <a:pPr marL="171450" indent="-171450">
              <a:spcBef>
                <a:spcPts val="600"/>
              </a:spcBef>
              <a:buFont typeface="Arial" panose="020B0604020202020204" pitchFamily="34" charset="0"/>
              <a:buChar char="•"/>
            </a:pPr>
            <a:r>
              <a:rPr lang="en-US" sz="1000" b="1" dirty="0"/>
              <a:t>Fieldglass</a:t>
            </a:r>
            <a:r>
              <a:rPr lang="en-US" sz="1000" dirty="0"/>
              <a:t> will be used to connect Contractor time allocation to Financial Budget projects</a:t>
            </a:r>
          </a:p>
          <a:p>
            <a:pPr marL="171450" indent="-171450">
              <a:spcBef>
                <a:spcPts val="600"/>
              </a:spcBef>
              <a:buFont typeface="Arial" panose="020B0604020202020204" pitchFamily="34" charset="0"/>
              <a:buChar char="•"/>
            </a:pPr>
            <a:r>
              <a:rPr lang="en-US" sz="1000" b="1" dirty="0"/>
              <a:t>Ariba </a:t>
            </a:r>
            <a:r>
              <a:rPr lang="en-US" sz="1000" dirty="0"/>
              <a:t>reporting will be used to validate funding (Purchase Orders) are open and have funds available at the Financial Project level</a:t>
            </a:r>
          </a:p>
          <a:p>
            <a:pPr marL="171450" indent="-171450">
              <a:spcBef>
                <a:spcPts val="600"/>
              </a:spcBef>
              <a:buFont typeface="Arial" panose="020B0604020202020204" pitchFamily="34" charset="0"/>
              <a:buChar char="•"/>
            </a:pPr>
            <a:r>
              <a:rPr lang="en-US" sz="1000" b="1" dirty="0"/>
              <a:t>SAP GL </a:t>
            </a:r>
            <a:r>
              <a:rPr lang="en-US" sz="1000" dirty="0"/>
              <a:t>information will be used to map actual financial entries back to individual resources (Contractor only as FTE costs are aggregated in GL)</a:t>
            </a:r>
          </a:p>
          <a:p>
            <a:pPr marL="171450" indent="-171450">
              <a:spcBef>
                <a:spcPts val="600"/>
              </a:spcBef>
              <a:buFont typeface="Arial" panose="020B0604020202020204" pitchFamily="34" charset="0"/>
              <a:buChar char="•"/>
            </a:pPr>
            <a:r>
              <a:rPr lang="en-US" sz="1000" b="1" dirty="0"/>
              <a:t>Essbase or Accounting </a:t>
            </a:r>
            <a:r>
              <a:rPr lang="en-US" sz="1000" dirty="0"/>
              <a:t>data for FTE personnel costs</a:t>
            </a:r>
          </a:p>
          <a:p>
            <a:pPr marL="285750" indent="-285750">
              <a:buFont typeface="Arial" panose="020B0604020202020204" pitchFamily="34" charset="0"/>
              <a:buChar char="•"/>
            </a:pPr>
            <a:endParaRPr lang="en-US" dirty="0"/>
          </a:p>
        </p:txBody>
      </p:sp>
      <p:sp>
        <p:nvSpPr>
          <p:cNvPr id="17" name="Text Placeholder 5">
            <a:extLst>
              <a:ext uri="{FF2B5EF4-FFF2-40B4-BE49-F238E27FC236}">
                <a16:creationId xmlns:a16="http://schemas.microsoft.com/office/drawing/2014/main" id="{56A3CDFC-8D59-82BD-6B8A-B87B26E712BB}"/>
              </a:ext>
            </a:extLst>
          </p:cNvPr>
          <p:cNvSpPr txBox="1">
            <a:spLocks/>
          </p:cNvSpPr>
          <p:nvPr/>
        </p:nvSpPr>
        <p:spPr>
          <a:xfrm>
            <a:off x="293297" y="933879"/>
            <a:ext cx="2501661"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Overview:</a:t>
            </a:r>
          </a:p>
          <a:p>
            <a:pPr marL="171450" indent="-171450">
              <a:spcBef>
                <a:spcPts val="600"/>
              </a:spcBef>
              <a:buFont typeface="Arial" panose="020B0604020202020204" pitchFamily="34" charset="0"/>
              <a:buChar char="•"/>
            </a:pPr>
            <a:r>
              <a:rPr lang="en-US" sz="1000" dirty="0"/>
              <a:t>Primary functionality for managers to view and manage full rosters and submit plans through HR hierarchy for approval</a:t>
            </a:r>
          </a:p>
          <a:p>
            <a:pPr marL="171450" indent="-171450">
              <a:spcBef>
                <a:spcPts val="600"/>
              </a:spcBef>
              <a:buFont typeface="Arial" panose="020B0604020202020204" pitchFamily="34" charset="0"/>
              <a:buChar char="•"/>
            </a:pPr>
            <a:r>
              <a:rPr lang="en-US" sz="1000" dirty="0"/>
              <a:t>Combination of FTEs, Interns and Contractors</a:t>
            </a:r>
          </a:p>
          <a:p>
            <a:pPr marL="171450" indent="-171450">
              <a:spcBef>
                <a:spcPts val="600"/>
              </a:spcBef>
              <a:buFont typeface="Arial" panose="020B0604020202020204" pitchFamily="34" charset="0"/>
              <a:buChar char="•"/>
            </a:pPr>
            <a:r>
              <a:rPr lang="en-US" sz="1000" dirty="0"/>
              <a:t>Contractors will be broken out between Contingent Workers and SOW Workers. Each category will then be split out by Onshore, Nearshore and Offshore</a:t>
            </a:r>
          </a:p>
          <a:p>
            <a:pPr marL="171450" indent="-171450">
              <a:spcBef>
                <a:spcPts val="600"/>
              </a:spcBef>
              <a:buFont typeface="Arial" panose="020B0604020202020204" pitchFamily="34" charset="0"/>
              <a:buChar char="•"/>
            </a:pPr>
            <a:r>
              <a:rPr lang="en-US" sz="1000" dirty="0"/>
              <a:t>Managers will be able to view historical allocations of time entry and allocate time in future months by resource</a:t>
            </a:r>
          </a:p>
          <a:p>
            <a:pPr marL="171450" indent="-171450">
              <a:spcBef>
                <a:spcPts val="600"/>
              </a:spcBef>
              <a:buFont typeface="Arial" panose="020B0604020202020204" pitchFamily="34" charset="0"/>
              <a:buChar char="•"/>
            </a:pPr>
            <a:r>
              <a:rPr lang="en-US" sz="1000" dirty="0"/>
              <a:t>Rosters will be sourced via HR information – currently updates are available on a weekly basis, but may be more frequent once integration into Charter systems</a:t>
            </a:r>
          </a:p>
          <a:p>
            <a:pPr marL="171450" indent="-171450">
              <a:spcBef>
                <a:spcPts val="600"/>
              </a:spcBef>
              <a:buFont typeface="Arial" panose="020B0604020202020204" pitchFamily="34" charset="0"/>
              <a:buChar char="•"/>
            </a:pPr>
            <a:endParaRPr lang="en-US" sz="5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780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A92FB-AF68-EB9E-8E45-3F719B0890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71C2D5-720E-C457-4E01-67F8AFA28F6A}"/>
              </a:ext>
            </a:extLst>
          </p:cNvPr>
          <p:cNvSpPr>
            <a:spLocks noGrp="1"/>
          </p:cNvSpPr>
          <p:nvPr>
            <p:ph type="title"/>
          </p:nvPr>
        </p:nvSpPr>
        <p:spPr>
          <a:xfrm>
            <a:off x="372666" y="640080"/>
            <a:ext cx="8375094" cy="328304"/>
          </a:xfrm>
        </p:spPr>
        <p:txBody>
          <a:bodyPr/>
          <a:lstStyle/>
          <a:p>
            <a:r>
              <a:rPr lang="en-US" dirty="0"/>
              <a:t>Resource Demand/Capacity Planning</a:t>
            </a:r>
          </a:p>
        </p:txBody>
      </p:sp>
      <p:sp>
        <p:nvSpPr>
          <p:cNvPr id="6" name="Footer Placeholder 5">
            <a:extLst>
              <a:ext uri="{FF2B5EF4-FFF2-40B4-BE49-F238E27FC236}">
                <a16:creationId xmlns:a16="http://schemas.microsoft.com/office/drawing/2014/main" id="{D0110445-B08B-0837-F731-6CB23FBF1F75}"/>
              </a:ext>
            </a:extLst>
          </p:cNvPr>
          <p:cNvSpPr>
            <a:spLocks noGrp="1"/>
          </p:cNvSpPr>
          <p:nvPr>
            <p:ph type="ftr" sz="quarter" idx="54"/>
          </p:nvPr>
        </p:nvSpPr>
        <p:spPr>
          <a:xfrm>
            <a:off x="1006042" y="6384903"/>
            <a:ext cx="6106857" cy="139816"/>
          </a:xfrm>
        </p:spPr>
        <p:txBody>
          <a:bodyPr/>
          <a:lstStyle/>
          <a:p>
            <a:r>
              <a:rPr lang="en-US"/>
              <a:t>Confidential</a:t>
            </a:r>
          </a:p>
        </p:txBody>
      </p:sp>
      <p:sp>
        <p:nvSpPr>
          <p:cNvPr id="5" name="Slide Number Placeholder 4">
            <a:extLst>
              <a:ext uri="{FF2B5EF4-FFF2-40B4-BE49-F238E27FC236}">
                <a16:creationId xmlns:a16="http://schemas.microsoft.com/office/drawing/2014/main" id="{3059A1B0-1214-6810-3D85-3BF6D31A642C}"/>
              </a:ext>
            </a:extLst>
          </p:cNvPr>
          <p:cNvSpPr>
            <a:spLocks noGrp="1"/>
          </p:cNvSpPr>
          <p:nvPr>
            <p:ph type="sldNum" sz="quarter" idx="55"/>
          </p:nvPr>
        </p:nvSpPr>
        <p:spPr>
          <a:xfrm>
            <a:off x="372667" y="6384903"/>
            <a:ext cx="516230" cy="139816"/>
          </a:xfrm>
        </p:spPr>
        <p:txBody>
          <a:bodyPr/>
          <a:lstStyle/>
          <a:p>
            <a:fld id="{A82C3BC0-3EBF-3C4C-A3D8-795624EBC6AA}" type="slidenum">
              <a:rPr lang="en-US" smtClean="0"/>
              <a:pPr/>
              <a:t>7</a:t>
            </a:fld>
            <a:endParaRPr lang="en-US"/>
          </a:p>
        </p:txBody>
      </p:sp>
      <p:sp>
        <p:nvSpPr>
          <p:cNvPr id="27" name="Text Placeholder 26">
            <a:extLst>
              <a:ext uri="{FF2B5EF4-FFF2-40B4-BE49-F238E27FC236}">
                <a16:creationId xmlns:a16="http://schemas.microsoft.com/office/drawing/2014/main" id="{B6090069-9030-F95A-5697-2E87DF555449}"/>
              </a:ext>
            </a:extLst>
          </p:cNvPr>
          <p:cNvSpPr>
            <a:spLocks noGrp="1"/>
          </p:cNvSpPr>
          <p:nvPr>
            <p:ph type="body" sz="quarter" idx="19"/>
          </p:nvPr>
        </p:nvSpPr>
        <p:spPr/>
        <p:txBody>
          <a:bodyPr/>
          <a:lstStyle/>
          <a:p>
            <a:endParaRPr lang="en-US"/>
          </a:p>
        </p:txBody>
      </p:sp>
      <p:graphicFrame>
        <p:nvGraphicFramePr>
          <p:cNvPr id="58" name="Diagram 57">
            <a:extLst>
              <a:ext uri="{FF2B5EF4-FFF2-40B4-BE49-F238E27FC236}">
                <a16:creationId xmlns:a16="http://schemas.microsoft.com/office/drawing/2014/main" id="{59049B36-8749-58CE-4B57-B392DCECF460}"/>
              </a:ext>
            </a:extLst>
          </p:cNvPr>
          <p:cNvGraphicFramePr/>
          <p:nvPr>
            <p:extLst>
              <p:ext uri="{D42A27DB-BD31-4B8C-83A1-F6EECF244321}">
                <p14:modId xmlns:p14="http://schemas.microsoft.com/office/powerpoint/2010/main" val="3562760561"/>
              </p:ext>
            </p:extLst>
          </p:nvPr>
        </p:nvGraphicFramePr>
        <p:xfrm>
          <a:off x="-589473" y="1133085"/>
          <a:ext cx="7766650" cy="5084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9" name="Text Placeholder 5">
            <a:extLst>
              <a:ext uri="{FF2B5EF4-FFF2-40B4-BE49-F238E27FC236}">
                <a16:creationId xmlns:a16="http://schemas.microsoft.com/office/drawing/2014/main" id="{3BCB7FCB-CDD7-293F-7313-FCFCB0CCF153}"/>
              </a:ext>
            </a:extLst>
          </p:cNvPr>
          <p:cNvSpPr txBox="1">
            <a:spLocks/>
          </p:cNvSpPr>
          <p:nvPr/>
        </p:nvSpPr>
        <p:spPr>
          <a:xfrm>
            <a:off x="6297283" y="933879"/>
            <a:ext cx="2568941" cy="5416519"/>
          </a:xfrm>
          <a:prstGeom prst="roundRect">
            <a:avLst>
              <a:gd name="adj" fmla="val 4269"/>
            </a:avLst>
          </a:prstGeom>
        </p:spPr>
        <p:txBody>
          <a:bodyPr/>
          <a:lstStyle>
            <a:lvl1pPr marL="0" indent="0" algn="l" defTabSz="685783" rtl="0" eaLnBrk="1" latinLnBrk="0" hangingPunct="1">
              <a:lnSpc>
                <a:spcPct val="110000"/>
              </a:lnSpc>
              <a:spcBef>
                <a:spcPts val="1800"/>
              </a:spcBef>
              <a:buFont typeface="Arial"/>
              <a:buNone/>
              <a:defRPr sz="1200" b="0" i="0" kern="120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b="1" dirty="0"/>
              <a:t>Resource Allocation by Project:</a:t>
            </a:r>
          </a:p>
          <a:p>
            <a:pPr marL="171450" indent="-171450">
              <a:spcBef>
                <a:spcPts val="600"/>
              </a:spcBef>
              <a:buFont typeface="Arial" panose="020B0604020202020204" pitchFamily="34" charset="0"/>
              <a:buChar char="•"/>
            </a:pPr>
            <a:r>
              <a:rPr lang="en-US" sz="1000" b="1" dirty="0"/>
              <a:t>HR Roster:</a:t>
            </a:r>
            <a:r>
              <a:rPr lang="en-US" sz="1000" dirty="0"/>
              <a:t> Currently, full roster (FTE + Contractor) is provided on a weekly basis and will be loaded into the tool for managers to assign work to each resource or allocate workloads to each resource. This may include utilizing past trends to run rate future months</a:t>
            </a:r>
          </a:p>
          <a:p>
            <a:pPr marL="171450" indent="-171450">
              <a:spcBef>
                <a:spcPts val="600"/>
              </a:spcBef>
              <a:buFont typeface="Arial" panose="020B0604020202020204" pitchFamily="34" charset="0"/>
              <a:buChar char="•"/>
            </a:pPr>
            <a:r>
              <a:rPr lang="en-US" sz="1000" b="1" dirty="0"/>
              <a:t>JETT:</a:t>
            </a:r>
            <a:r>
              <a:rPr lang="en-US" sz="1000" dirty="0"/>
              <a:t> Time entry from prior and current periods will be updated into tool for managers to assess the demand of their team by project. JETT information will also provide information on which projects are available for resources to be assigned to</a:t>
            </a:r>
          </a:p>
          <a:p>
            <a:pPr marL="171450" indent="-171450">
              <a:spcBef>
                <a:spcPts val="600"/>
              </a:spcBef>
              <a:buFont typeface="Arial" panose="020B0604020202020204" pitchFamily="34" charset="0"/>
              <a:buChar char="•"/>
            </a:pPr>
            <a:r>
              <a:rPr lang="en-US" sz="1000" b="1" dirty="0"/>
              <a:t>Process:</a:t>
            </a:r>
            <a:r>
              <a:rPr lang="en-US" sz="1000" dirty="0"/>
              <a:t> Managers will allocate resources to available projects. Once complete, leaders will review based on current HR hierarchy rules (or unique rule sets). Once leadership has approved plan, the output will go to Business Planning for financial analysis and input into planning database</a:t>
            </a:r>
            <a:endParaRPr lang="en-US" sz="1000" b="1"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36270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55727-0404-3700-8FD7-D283AD95235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3CDD51F-3AD5-2198-13BC-8C80629C5D37}"/>
              </a:ext>
            </a:extLst>
          </p:cNvPr>
          <p:cNvSpPr>
            <a:spLocks noGrp="1"/>
          </p:cNvSpPr>
          <p:nvPr>
            <p:ph type="title"/>
          </p:nvPr>
        </p:nvSpPr>
        <p:spPr/>
        <p:txBody>
          <a:bodyPr/>
          <a:lstStyle/>
          <a:p>
            <a:r>
              <a:rPr lang="en-US" dirty="0"/>
              <a:t>Hardware &amp; Material Management &amp; Planning</a:t>
            </a:r>
          </a:p>
        </p:txBody>
      </p:sp>
      <p:sp>
        <p:nvSpPr>
          <p:cNvPr id="2" name="Footer Placeholder 1">
            <a:extLst>
              <a:ext uri="{FF2B5EF4-FFF2-40B4-BE49-F238E27FC236}">
                <a16:creationId xmlns:a16="http://schemas.microsoft.com/office/drawing/2014/main" id="{5EB28FA2-CFF0-BDE4-862D-56585CF7739F}"/>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F175980E-9A9C-1665-88C5-4BA5E3B1F0D3}"/>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8</a:t>
            </a:fld>
            <a:endParaRPr lang="en-US"/>
          </a:p>
        </p:txBody>
      </p:sp>
      <p:sp>
        <p:nvSpPr>
          <p:cNvPr id="15" name="Text Placeholder 14">
            <a:extLst>
              <a:ext uri="{FF2B5EF4-FFF2-40B4-BE49-F238E27FC236}">
                <a16:creationId xmlns:a16="http://schemas.microsoft.com/office/drawing/2014/main" id="{29F5B81A-B037-379C-47FA-FCBF54F549D0}"/>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4354684D-68A8-22F0-E1B8-7D9CC3C8DC7B}"/>
              </a:ext>
            </a:extLst>
          </p:cNvPr>
          <p:cNvSpPr>
            <a:spLocks noGrp="1"/>
          </p:cNvSpPr>
          <p:nvPr>
            <p:ph type="body" sz="quarter" idx="26"/>
          </p:nvPr>
        </p:nvSpPr>
        <p:spPr>
          <a:xfrm>
            <a:off x="5846979" y="933879"/>
            <a:ext cx="3019245" cy="5416519"/>
          </a:xfrm>
        </p:spPr>
        <p:txBody>
          <a:bodyPr/>
          <a:lstStyle/>
          <a:p>
            <a:r>
              <a:rPr lang="en-US" dirty="0"/>
              <a:t>Process &amp; Outcome:</a:t>
            </a:r>
          </a:p>
          <a:p>
            <a:pPr marL="171450" indent="-171450">
              <a:spcBef>
                <a:spcPts val="600"/>
              </a:spcBef>
              <a:buFont typeface="Arial" panose="020B0604020202020204" pitchFamily="34" charset="0"/>
              <a:buChar char="•"/>
            </a:pPr>
            <a:r>
              <a:rPr lang="en-US" sz="1000" dirty="0"/>
              <a:t>Operational Managers or Directors will assign hardware purchase requests into their line-item budgets and submit request for approval</a:t>
            </a:r>
          </a:p>
          <a:p>
            <a:pPr marL="171450" indent="-171450">
              <a:spcBef>
                <a:spcPts val="600"/>
              </a:spcBef>
              <a:buFont typeface="Arial" panose="020B0604020202020204" pitchFamily="34" charset="0"/>
              <a:buChar char="•"/>
            </a:pPr>
            <a:r>
              <a:rPr lang="en-US" sz="1000" dirty="0"/>
              <a:t>Lowest level planning: Supplier Part Number, Quantity, Price Per Unit, Description, Order Date, Lead Time, Ship To Location, Tax + Freight Estimates</a:t>
            </a:r>
          </a:p>
          <a:p>
            <a:pPr marL="171450" indent="-171450">
              <a:spcBef>
                <a:spcPts val="600"/>
              </a:spcBef>
              <a:buFont typeface="Arial" panose="020B0604020202020204" pitchFamily="34" charset="0"/>
              <a:buChar char="•"/>
            </a:pPr>
            <a:r>
              <a:rPr lang="en-US" sz="1000" dirty="0"/>
              <a:t>Application will update in real time to track financial budget costs based on all orders</a:t>
            </a:r>
          </a:p>
          <a:p>
            <a:pPr marL="171450" indent="-171450">
              <a:spcBef>
                <a:spcPts val="600"/>
              </a:spcBef>
              <a:buFont typeface="Arial" panose="020B0604020202020204" pitchFamily="34" charset="0"/>
              <a:buChar char="•"/>
            </a:pPr>
            <a:r>
              <a:rPr lang="en-US" sz="1000" dirty="0"/>
              <a:t>Manager/Director will submit for approval. This approval path will follow HR Hierarchy and can be adjusted by leader to determine the number of approval points prior to reaching Business Planning for review</a:t>
            </a:r>
          </a:p>
          <a:p>
            <a:pPr marL="171450" indent="-171450">
              <a:spcBef>
                <a:spcPts val="600"/>
              </a:spcBef>
              <a:buFont typeface="Arial" panose="020B0604020202020204" pitchFamily="34" charset="0"/>
              <a:buChar char="•"/>
            </a:pPr>
            <a:r>
              <a:rPr lang="en-US" sz="1000" dirty="0"/>
              <a:t>Lowest level planning will be mapped to Financial Budget data to drive allocation of BU funded vs Client funded activities </a:t>
            </a:r>
          </a:p>
          <a:p>
            <a:pPr marL="171450" indent="-171450">
              <a:spcBef>
                <a:spcPts val="600"/>
              </a:spcBef>
              <a:buFont typeface="Arial" panose="020B0604020202020204" pitchFamily="34" charset="0"/>
              <a:buChar char="•"/>
            </a:pPr>
            <a:r>
              <a:rPr lang="en-US" sz="1000" dirty="0"/>
              <a:t>What If and Scenario planning will be available to project demand and financial impacts of changing project priorities</a:t>
            </a:r>
          </a:p>
          <a:p>
            <a:pPr marL="171450" indent="-171450">
              <a:spcBef>
                <a:spcPts val="600"/>
              </a:spcBef>
              <a:buFont typeface="Arial" panose="020B0604020202020204" pitchFamily="34" charset="0"/>
              <a:buChar char="•"/>
            </a:pPr>
            <a:r>
              <a:rPr lang="en-US" sz="1000" dirty="0"/>
              <a:t>Track inventory from initial purchase (inception) to end of life refresh</a:t>
            </a:r>
          </a:p>
          <a:p>
            <a:pPr marL="285750" indent="-285750">
              <a:buFont typeface="Arial" panose="020B0604020202020204" pitchFamily="34" charset="0"/>
              <a:buChar char="•"/>
            </a:pPr>
            <a:endParaRPr lang="en-US" dirty="0"/>
          </a:p>
        </p:txBody>
      </p:sp>
      <p:sp>
        <p:nvSpPr>
          <p:cNvPr id="16" name="Text Placeholder 5">
            <a:extLst>
              <a:ext uri="{FF2B5EF4-FFF2-40B4-BE49-F238E27FC236}">
                <a16:creationId xmlns:a16="http://schemas.microsoft.com/office/drawing/2014/main" id="{6E70B96A-AC91-D62E-EEA3-00959CFF77A8}"/>
              </a:ext>
            </a:extLst>
          </p:cNvPr>
          <p:cNvSpPr txBox="1">
            <a:spLocks/>
          </p:cNvSpPr>
          <p:nvPr/>
        </p:nvSpPr>
        <p:spPr>
          <a:xfrm>
            <a:off x="2940742" y="933879"/>
            <a:ext cx="2760453"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Connections:</a:t>
            </a:r>
          </a:p>
          <a:p>
            <a:pPr marL="171450" indent="-171450">
              <a:spcBef>
                <a:spcPts val="600"/>
              </a:spcBef>
              <a:buFont typeface="Arial" panose="020B0604020202020204" pitchFamily="34" charset="0"/>
              <a:buChar char="•"/>
            </a:pPr>
            <a:r>
              <a:rPr lang="en-US" sz="1000" b="1" dirty="0"/>
              <a:t>Ariba </a:t>
            </a:r>
            <a:r>
              <a:rPr lang="en-US" sz="1000" dirty="0"/>
              <a:t>reporting will be used to validate funding (Purchase Orders) are open and have funds available at the Financial Project level</a:t>
            </a:r>
          </a:p>
          <a:p>
            <a:pPr marL="171450" indent="-171450">
              <a:spcBef>
                <a:spcPts val="600"/>
              </a:spcBef>
              <a:buFont typeface="Arial" panose="020B0604020202020204" pitchFamily="34" charset="0"/>
              <a:buChar char="•"/>
            </a:pPr>
            <a:r>
              <a:rPr lang="en-US" sz="1000" b="1" dirty="0"/>
              <a:t>SAP GL </a:t>
            </a:r>
            <a:r>
              <a:rPr lang="en-US" sz="1000" dirty="0"/>
              <a:t>information will be used to map actual financial entries back to line-item detail within manager’s budget</a:t>
            </a:r>
          </a:p>
          <a:p>
            <a:pPr marL="171450" indent="-171450">
              <a:spcBef>
                <a:spcPts val="600"/>
              </a:spcBef>
              <a:buFont typeface="Arial" panose="020B0604020202020204" pitchFamily="34" charset="0"/>
              <a:buChar char="•"/>
            </a:pPr>
            <a:r>
              <a:rPr lang="en-US" sz="1000" b="1" dirty="0"/>
              <a:t>Inventory management systems </a:t>
            </a:r>
            <a:r>
              <a:rPr lang="en-US" sz="1000" dirty="0"/>
              <a:t>to track large inventory items, life expectancy and refresh timeline. We can also capture data storage capacity and incorporate the cloud migration strategy to manage a wholistic approach to infrastructure planning. </a:t>
            </a:r>
            <a:endParaRPr lang="en-US" dirty="0"/>
          </a:p>
        </p:txBody>
      </p:sp>
      <p:sp>
        <p:nvSpPr>
          <p:cNvPr id="17" name="Text Placeholder 5">
            <a:extLst>
              <a:ext uri="{FF2B5EF4-FFF2-40B4-BE49-F238E27FC236}">
                <a16:creationId xmlns:a16="http://schemas.microsoft.com/office/drawing/2014/main" id="{A1E8548E-EF01-D998-988C-B8B4CE65603F}"/>
              </a:ext>
            </a:extLst>
          </p:cNvPr>
          <p:cNvSpPr txBox="1">
            <a:spLocks/>
          </p:cNvSpPr>
          <p:nvPr/>
        </p:nvSpPr>
        <p:spPr>
          <a:xfrm>
            <a:off x="293297" y="933879"/>
            <a:ext cx="2501661"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Overview:</a:t>
            </a:r>
          </a:p>
          <a:p>
            <a:pPr marL="171450" indent="-171450">
              <a:spcBef>
                <a:spcPts val="600"/>
              </a:spcBef>
              <a:buFont typeface="Arial" panose="020B0604020202020204" pitchFamily="34" charset="0"/>
              <a:buChar char="•"/>
            </a:pPr>
            <a:r>
              <a:rPr lang="en-US" sz="1000" dirty="0"/>
              <a:t>Process for managers to assign and request purchases of Hardware &amp; Materials to approved financial budget</a:t>
            </a:r>
          </a:p>
          <a:p>
            <a:pPr marL="171450" indent="-171450">
              <a:spcBef>
                <a:spcPts val="600"/>
              </a:spcBef>
              <a:buFont typeface="Arial" panose="020B0604020202020204" pitchFamily="34" charset="0"/>
              <a:buChar char="•"/>
            </a:pPr>
            <a:r>
              <a:rPr lang="en-US" sz="1000" dirty="0"/>
              <a:t>Once quote is obtained from vendor, manager will utilize data from the transaction to summarize requested purchase and submit for approval</a:t>
            </a:r>
          </a:p>
          <a:p>
            <a:pPr marL="171450" indent="-171450">
              <a:spcBef>
                <a:spcPts val="600"/>
              </a:spcBef>
              <a:buFont typeface="Arial" panose="020B0604020202020204" pitchFamily="34" charset="0"/>
              <a:buChar char="•"/>
            </a:pPr>
            <a:endParaRPr lang="en-US" sz="5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422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E0E5-EC2E-13AC-2965-09C1EB4DF1F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06EF6F84-0F0C-6B60-DCD1-23BA6771CE65}"/>
              </a:ext>
            </a:extLst>
          </p:cNvPr>
          <p:cNvSpPr>
            <a:spLocks noGrp="1"/>
          </p:cNvSpPr>
          <p:nvPr>
            <p:ph type="title"/>
          </p:nvPr>
        </p:nvSpPr>
        <p:spPr/>
        <p:txBody>
          <a:bodyPr/>
          <a:lstStyle/>
          <a:p>
            <a:r>
              <a:rPr lang="en-US" dirty="0"/>
              <a:t>Software Contract Management &amp; Planning</a:t>
            </a:r>
          </a:p>
        </p:txBody>
      </p:sp>
      <p:sp>
        <p:nvSpPr>
          <p:cNvPr id="2" name="Footer Placeholder 1">
            <a:extLst>
              <a:ext uri="{FF2B5EF4-FFF2-40B4-BE49-F238E27FC236}">
                <a16:creationId xmlns:a16="http://schemas.microsoft.com/office/drawing/2014/main" id="{65DA4629-447F-21B9-7AB1-C9F7C28B3408}"/>
              </a:ext>
            </a:extLst>
          </p:cNvPr>
          <p:cNvSpPr>
            <a:spLocks noGrp="1"/>
          </p:cNvSpPr>
          <p:nvPr>
            <p:ph type="ftr" sz="quarter" idx="19"/>
          </p:nvPr>
        </p:nvSpPr>
        <p:spPr>
          <a:xfrm>
            <a:off x="1006042" y="6384903"/>
            <a:ext cx="6106857" cy="139816"/>
          </a:xfrm>
        </p:spPr>
        <p:txBody>
          <a:bodyPr/>
          <a:lstStyle/>
          <a:p>
            <a:r>
              <a:rPr lang="en-US" dirty="0"/>
              <a:t>Confidential</a:t>
            </a:r>
          </a:p>
        </p:txBody>
      </p:sp>
      <p:sp>
        <p:nvSpPr>
          <p:cNvPr id="3" name="Slide Number Placeholder 2">
            <a:extLst>
              <a:ext uri="{FF2B5EF4-FFF2-40B4-BE49-F238E27FC236}">
                <a16:creationId xmlns:a16="http://schemas.microsoft.com/office/drawing/2014/main" id="{BAD8BA88-0CA1-CB81-9927-6F73AA2EE29E}"/>
              </a:ext>
            </a:extLst>
          </p:cNvPr>
          <p:cNvSpPr>
            <a:spLocks noGrp="1"/>
          </p:cNvSpPr>
          <p:nvPr>
            <p:ph type="sldNum" sz="quarter" idx="20"/>
          </p:nvPr>
        </p:nvSpPr>
        <p:spPr>
          <a:xfrm>
            <a:off x="372667" y="6384903"/>
            <a:ext cx="516230" cy="139816"/>
          </a:xfrm>
        </p:spPr>
        <p:txBody>
          <a:bodyPr/>
          <a:lstStyle/>
          <a:p>
            <a:fld id="{A82C3BC0-3EBF-3C4C-A3D8-795624EBC6AA}" type="slidenum">
              <a:rPr lang="en-US" smtClean="0"/>
              <a:pPr/>
              <a:t>9</a:t>
            </a:fld>
            <a:endParaRPr lang="en-US"/>
          </a:p>
        </p:txBody>
      </p:sp>
      <p:sp>
        <p:nvSpPr>
          <p:cNvPr id="15" name="Text Placeholder 14">
            <a:extLst>
              <a:ext uri="{FF2B5EF4-FFF2-40B4-BE49-F238E27FC236}">
                <a16:creationId xmlns:a16="http://schemas.microsoft.com/office/drawing/2014/main" id="{B77A8C9A-1472-F2C9-FBF6-0990E8077B08}"/>
              </a:ext>
            </a:extLst>
          </p:cNvPr>
          <p:cNvSpPr>
            <a:spLocks noGrp="1"/>
          </p:cNvSpPr>
          <p:nvPr>
            <p:ph type="body" sz="quarter" idx="13"/>
          </p:nvPr>
        </p:nvSpPr>
        <p:spPr/>
        <p:txBody>
          <a:bodyPr/>
          <a:lstStyle/>
          <a:p>
            <a:endParaRPr lang="en-US" dirty="0"/>
          </a:p>
        </p:txBody>
      </p:sp>
      <p:sp>
        <p:nvSpPr>
          <p:cNvPr id="6" name="Text Placeholder 5">
            <a:extLst>
              <a:ext uri="{FF2B5EF4-FFF2-40B4-BE49-F238E27FC236}">
                <a16:creationId xmlns:a16="http://schemas.microsoft.com/office/drawing/2014/main" id="{27709E34-BCF3-1254-498F-4F53979E8D80}"/>
              </a:ext>
            </a:extLst>
          </p:cNvPr>
          <p:cNvSpPr>
            <a:spLocks noGrp="1"/>
          </p:cNvSpPr>
          <p:nvPr>
            <p:ph type="body" sz="quarter" idx="26"/>
          </p:nvPr>
        </p:nvSpPr>
        <p:spPr>
          <a:xfrm>
            <a:off x="5846979" y="933879"/>
            <a:ext cx="3019245" cy="5416519"/>
          </a:xfrm>
        </p:spPr>
        <p:txBody>
          <a:bodyPr/>
          <a:lstStyle/>
          <a:p>
            <a:r>
              <a:rPr lang="en-US" dirty="0"/>
              <a:t>Process &amp; Outcome:</a:t>
            </a:r>
          </a:p>
          <a:p>
            <a:pPr marL="171450" indent="-171450">
              <a:spcBef>
                <a:spcPts val="600"/>
              </a:spcBef>
              <a:buFont typeface="Arial" panose="020B0604020202020204" pitchFamily="34" charset="0"/>
              <a:buChar char="•"/>
            </a:pPr>
            <a:r>
              <a:rPr lang="en-US" sz="1000" dirty="0"/>
              <a:t>Operational Managers or Directors will assign software purchase requests into their line-item budgets and assign line-item detail back to parent ID and submit request for approval</a:t>
            </a:r>
          </a:p>
          <a:p>
            <a:pPr marL="171450" indent="-171450">
              <a:spcBef>
                <a:spcPts val="600"/>
              </a:spcBef>
              <a:buFont typeface="Arial" panose="020B0604020202020204" pitchFamily="34" charset="0"/>
              <a:buChar char="•"/>
            </a:pPr>
            <a:r>
              <a:rPr lang="en-US" sz="1000" dirty="0"/>
              <a:t>Lowest level planning: Software contract association (vendor, term, license metrics, etc.)</a:t>
            </a:r>
          </a:p>
          <a:p>
            <a:pPr marL="171450" indent="-171450">
              <a:spcBef>
                <a:spcPts val="600"/>
              </a:spcBef>
              <a:buFont typeface="Arial" panose="020B0604020202020204" pitchFamily="34" charset="0"/>
              <a:buChar char="•"/>
            </a:pPr>
            <a:r>
              <a:rPr lang="en-US" sz="1000" dirty="0"/>
              <a:t>Application will update in real time to track financial budget costs based on all software requests</a:t>
            </a:r>
          </a:p>
          <a:p>
            <a:pPr marL="171450" indent="-171450">
              <a:spcBef>
                <a:spcPts val="600"/>
              </a:spcBef>
              <a:buFont typeface="Arial" panose="020B0604020202020204" pitchFamily="34" charset="0"/>
              <a:buChar char="•"/>
            </a:pPr>
            <a:r>
              <a:rPr lang="en-US" sz="1000" dirty="0"/>
              <a:t>Manager/Director will submit for approval. This approval path will follow HR Hierarchy and can be adjusted by leader to determine the number of approval points prior to reaching Business Planning for review</a:t>
            </a:r>
          </a:p>
          <a:p>
            <a:pPr marL="171450" indent="-171450">
              <a:spcBef>
                <a:spcPts val="600"/>
              </a:spcBef>
              <a:buFont typeface="Arial" panose="020B0604020202020204" pitchFamily="34" charset="0"/>
              <a:buChar char="•"/>
            </a:pPr>
            <a:r>
              <a:rPr lang="en-US" sz="1000" dirty="0"/>
              <a:t>Lowest level planning will be mapped to Financial Budget data to drive allocation of BU funded vs Client funded activities </a:t>
            </a:r>
          </a:p>
          <a:p>
            <a:pPr marL="171450" indent="-171450">
              <a:spcBef>
                <a:spcPts val="600"/>
              </a:spcBef>
              <a:buFont typeface="Arial" panose="020B0604020202020204" pitchFamily="34" charset="0"/>
              <a:buChar char="•"/>
            </a:pPr>
            <a:r>
              <a:rPr lang="en-US" sz="1000" dirty="0"/>
              <a:t>What If and Scenario planning will be available to project demand and financial impacts of changing project priorities</a:t>
            </a:r>
          </a:p>
          <a:p>
            <a:pPr marL="285750" indent="-285750">
              <a:buFont typeface="Arial" panose="020B0604020202020204" pitchFamily="34" charset="0"/>
              <a:buChar char="•"/>
            </a:pPr>
            <a:endParaRPr lang="en-US" dirty="0"/>
          </a:p>
        </p:txBody>
      </p:sp>
      <p:sp>
        <p:nvSpPr>
          <p:cNvPr id="16" name="Text Placeholder 5">
            <a:extLst>
              <a:ext uri="{FF2B5EF4-FFF2-40B4-BE49-F238E27FC236}">
                <a16:creationId xmlns:a16="http://schemas.microsoft.com/office/drawing/2014/main" id="{79487BA8-ED26-FF0D-3E2E-11FEF1509828}"/>
              </a:ext>
            </a:extLst>
          </p:cNvPr>
          <p:cNvSpPr txBox="1">
            <a:spLocks/>
          </p:cNvSpPr>
          <p:nvPr/>
        </p:nvSpPr>
        <p:spPr>
          <a:xfrm>
            <a:off x="2940742" y="933879"/>
            <a:ext cx="2760453"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Connections:</a:t>
            </a:r>
          </a:p>
          <a:p>
            <a:pPr marL="171450" indent="-171450">
              <a:spcBef>
                <a:spcPts val="600"/>
              </a:spcBef>
              <a:buFont typeface="Arial" panose="020B0604020202020204" pitchFamily="34" charset="0"/>
              <a:buChar char="•"/>
            </a:pPr>
            <a:r>
              <a:rPr lang="en-US" sz="1000" b="1" dirty="0"/>
              <a:t>Ariba </a:t>
            </a:r>
            <a:r>
              <a:rPr lang="en-US" sz="1000" dirty="0"/>
              <a:t>reporting will be used to validate funding (Purchase Orders) are open and have funds available at the Financial Project level</a:t>
            </a:r>
          </a:p>
          <a:p>
            <a:pPr marL="171450" indent="-171450">
              <a:spcBef>
                <a:spcPts val="600"/>
              </a:spcBef>
              <a:buFont typeface="Arial" panose="020B0604020202020204" pitchFamily="34" charset="0"/>
              <a:buChar char="•"/>
            </a:pPr>
            <a:r>
              <a:rPr lang="en-US" sz="1000" b="1" dirty="0"/>
              <a:t>SAP GL </a:t>
            </a:r>
            <a:r>
              <a:rPr lang="en-US" sz="1000" dirty="0"/>
              <a:t>information will be used to map actual financial entries back to line-item detail within manager’s budget</a:t>
            </a:r>
            <a:endParaRPr lang="en-US" dirty="0"/>
          </a:p>
        </p:txBody>
      </p:sp>
      <p:sp>
        <p:nvSpPr>
          <p:cNvPr id="17" name="Text Placeholder 5">
            <a:extLst>
              <a:ext uri="{FF2B5EF4-FFF2-40B4-BE49-F238E27FC236}">
                <a16:creationId xmlns:a16="http://schemas.microsoft.com/office/drawing/2014/main" id="{092796F5-4B1B-6766-A745-2A589FAFE19F}"/>
              </a:ext>
            </a:extLst>
          </p:cNvPr>
          <p:cNvSpPr txBox="1">
            <a:spLocks/>
          </p:cNvSpPr>
          <p:nvPr/>
        </p:nvSpPr>
        <p:spPr>
          <a:xfrm>
            <a:off x="293297" y="933879"/>
            <a:ext cx="2501661" cy="5416519"/>
          </a:xfrm>
          <a:prstGeom prst="roundRect">
            <a:avLst>
              <a:gd name="adj" fmla="val 4269"/>
            </a:avLst>
          </a:prstGeom>
          <a:solidFill>
            <a:schemeClr val="bg1">
              <a:lumMod val="95000"/>
            </a:schemeClr>
          </a:solidFill>
          <a:ln w="12700">
            <a:gradFill>
              <a:gsLst>
                <a:gs pos="0">
                  <a:schemeClr val="accent2"/>
                </a:gs>
                <a:gs pos="100000">
                  <a:schemeClr val="accent3"/>
                </a:gs>
              </a:gsLst>
              <a:lin ang="0" scaled="0"/>
            </a:gradFill>
          </a:ln>
        </p:spPr>
        <p:txBody>
          <a:bodyPr vert="horz" lIns="182880" tIns="182880" rIns="182880" bIns="0" rtlCol="0">
            <a:noAutofit/>
          </a:bodyPr>
          <a:lstStyle>
            <a:lvl1pPr marL="0" indent="0" algn="l" defTabSz="685783" rtl="0" eaLnBrk="1" latinLnBrk="0" hangingPunct="1">
              <a:lnSpc>
                <a:spcPct val="110000"/>
              </a:lnSpc>
              <a:spcBef>
                <a:spcPts val="1800"/>
              </a:spcBef>
              <a:buFont typeface="Arial"/>
              <a:buNone/>
              <a:defRPr lang="en-US" sz="1500" b="0" i="0" kern="1200" dirty="0">
                <a:solidFill>
                  <a:schemeClr val="accent1"/>
                </a:solidFill>
                <a:latin typeface="Spectrum Sans" panose="020B0502020503020304" pitchFamily="34" charset="0"/>
                <a:ea typeface="+mn-ea"/>
                <a:cs typeface="Spectrum Sans" panose="020B0502020503020304" pitchFamily="34" charset="0"/>
              </a:defRPr>
            </a:lvl1pPr>
            <a:lvl2pPr marL="132157" indent="-132157" algn="l" defTabSz="685783" rtl="0" eaLnBrk="1" latinLnBrk="0" hangingPunct="1">
              <a:lnSpc>
                <a:spcPct val="110000"/>
              </a:lnSpc>
              <a:spcBef>
                <a:spcPts val="750"/>
              </a:spcBef>
              <a:buFont typeface="Arial" panose="020B0604020202020204" pitchFamily="34" charset="0"/>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2pPr>
            <a:lvl3pPr marL="258359" indent="-126203" algn="l" defTabSz="685783" rtl="0" eaLnBrk="1" latinLnBrk="0" hangingPunct="1">
              <a:lnSpc>
                <a:spcPct val="110000"/>
              </a:lnSpc>
              <a:spcBef>
                <a:spcPts val="300"/>
              </a:spcBef>
              <a:buFont typeface="Arial"/>
              <a:buChar char="–"/>
              <a:tabLst/>
              <a:defRPr sz="1000" b="0" i="0" kern="1200">
                <a:solidFill>
                  <a:schemeClr val="accent1"/>
                </a:solidFill>
                <a:latin typeface="Spectrum Sans" panose="020B0502020503020304" pitchFamily="34" charset="0"/>
                <a:ea typeface="+mn-ea"/>
                <a:cs typeface="Spectrum Sans" panose="020B0502020503020304" pitchFamily="34" charset="0"/>
              </a:defRPr>
            </a:lvl3pPr>
            <a:lvl4pPr marL="0" indent="0" algn="l" defTabSz="685783" rtl="0" eaLnBrk="1" latinLnBrk="0" hangingPunct="1">
              <a:lnSpc>
                <a:spcPct val="100000"/>
              </a:lnSpc>
              <a:spcBef>
                <a:spcPts val="1800"/>
              </a:spcBef>
              <a:buFont typeface="Arial" panose="020B0604020202020204" pitchFamily="34" charset="0"/>
              <a:buNone/>
              <a:tabLst/>
              <a:defRPr sz="825" b="0" i="0" kern="1200">
                <a:solidFill>
                  <a:schemeClr val="tx1"/>
                </a:solidFill>
                <a:latin typeface="Arial" panose="020B0502020503020304" pitchFamily="34" charset="0"/>
                <a:ea typeface="+mn-ea"/>
                <a:cs typeface="Arial" panose="020B0502020503020304" pitchFamily="34" charset="0"/>
              </a:defRPr>
            </a:lvl4pPr>
            <a:lvl5pPr marL="389325" indent="-129776" algn="l" defTabSz="685783" rtl="0" eaLnBrk="1" latinLnBrk="0" hangingPunct="1">
              <a:lnSpc>
                <a:spcPct val="90000"/>
              </a:lnSpc>
              <a:spcBef>
                <a:spcPts val="150"/>
              </a:spcBef>
              <a:buFont typeface="Arial" panose="020B0604020202020204" pitchFamily="34" charset="0"/>
              <a:buChar char="•"/>
              <a:tabLst/>
              <a:defRPr sz="900" b="0" i="0" kern="1200">
                <a:solidFill>
                  <a:schemeClr val="tx1"/>
                </a:solidFill>
                <a:latin typeface="Arial" panose="020B0406030202020203" pitchFamily="34" charset="77"/>
                <a:ea typeface="+mn-ea"/>
                <a:cs typeface="+mn-cs"/>
              </a:defRPr>
            </a:lvl5pPr>
            <a:lvl6pPr marL="1885903"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t>Overview:</a:t>
            </a:r>
          </a:p>
          <a:p>
            <a:pPr marL="171450" indent="-171450">
              <a:spcBef>
                <a:spcPts val="600"/>
              </a:spcBef>
              <a:buFont typeface="Arial" panose="020B0604020202020204" pitchFamily="34" charset="0"/>
              <a:buChar char="•"/>
            </a:pPr>
            <a:r>
              <a:rPr lang="en-US" sz="1000" dirty="0"/>
              <a:t>Process for managers to assign and request purchases of Software to approved financial budget</a:t>
            </a:r>
          </a:p>
          <a:p>
            <a:pPr marL="171450" indent="-171450">
              <a:spcBef>
                <a:spcPts val="600"/>
              </a:spcBef>
              <a:buFont typeface="Arial" panose="020B0604020202020204" pitchFamily="34" charset="0"/>
              <a:buChar char="•"/>
            </a:pPr>
            <a:r>
              <a:rPr lang="en-US" sz="1000" dirty="0"/>
              <a:t>Ideally, a database of software contracts will exist centrally with basic contract terms used within the Executive Summary. Teams can then assign line-item budgets back to a software parent ID to build an associated between budget/forecast data and parent contract terms</a:t>
            </a:r>
          </a:p>
          <a:p>
            <a:pPr marL="171450" indent="-171450">
              <a:spcBef>
                <a:spcPts val="600"/>
              </a:spcBef>
              <a:buFont typeface="Arial" panose="020B0604020202020204" pitchFamily="34" charset="0"/>
              <a:buChar char="•"/>
            </a:pPr>
            <a:endParaRPr lang="en-US" sz="5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83362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ectrum">
  <a:themeElements>
    <a:clrScheme name="Spectrum">
      <a:dk1>
        <a:srgbClr val="000000"/>
      </a:dk1>
      <a:lt1>
        <a:srgbClr val="FFFFFF"/>
      </a:lt1>
      <a:dk2>
        <a:srgbClr val="002038"/>
      </a:dk2>
      <a:lt2>
        <a:srgbClr val="D5D5D5"/>
      </a:lt2>
      <a:accent1>
        <a:srgbClr val="002038"/>
      </a:accent1>
      <a:accent2>
        <a:srgbClr val="0271EB"/>
      </a:accent2>
      <a:accent3>
        <a:srgbClr val="03C251"/>
      </a:accent3>
      <a:accent4>
        <a:srgbClr val="887DFF"/>
      </a:accent4>
      <a:accent5>
        <a:srgbClr val="FFCB3E"/>
      </a:accent5>
      <a:accent6>
        <a:srgbClr val="FF8330"/>
      </a:accent6>
      <a:hlink>
        <a:srgbClr val="0271EB"/>
      </a:hlink>
      <a:folHlink>
        <a:srgbClr val="D5D5D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alpha val="4706"/>
          </a:schemeClr>
        </a:solidFill>
        <a:ln w="12700">
          <a:gradFill>
            <a:gsLst>
              <a:gs pos="0">
                <a:schemeClr val="accent2"/>
              </a:gs>
              <a:gs pos="100000">
                <a:schemeClr val="accent3"/>
              </a:gs>
            </a:gsLst>
            <a:lin ang="0" scaled="0"/>
          </a:gradFill>
        </a:ln>
      </a:spPr>
      <a:bodyPr vert="horz" lIns="182880" tIns="182880" rIns="182880" bIns="0" rtlCol="0">
        <a:noAutofit/>
      </a:bodyPr>
      <a:lstStyle>
        <a:defPPr algn="l">
          <a:lnSpc>
            <a:spcPct val="110000"/>
          </a:lnSpc>
          <a:spcBef>
            <a:spcPts val="2400"/>
          </a:spcBef>
          <a:defRPr sz="2800" dirty="0" err="1">
            <a:solidFill>
              <a:schemeClr val="accent1"/>
            </a:solidFill>
            <a:latin typeface="Spectrum Sans Book" panose="020B0402020503020304" pitchFamily="34" charset="0"/>
            <a:cs typeface="Spectrum Sans Book" panose="020B0402020503020304" pitchFamily="34" charset="0"/>
          </a:defRPr>
        </a:defPPr>
      </a:lstStyle>
    </a:spDef>
    <a:lnDef>
      <a:spPr>
        <a:ln w="9525">
          <a:solidFill>
            <a:schemeClr val="tx1">
              <a:alpha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110000"/>
          </a:lnSpc>
          <a:spcBef>
            <a:spcPts val="900"/>
          </a:spcBef>
          <a:defRPr sz="2000" dirty="0" err="1" smtClean="0">
            <a:latin typeface="Spectrum Sans Book" panose="020B0402020503020304" pitchFamily="34" charset="0"/>
            <a:ea typeface="Open Sans Light" pitchFamily="2" charset="0"/>
            <a:cs typeface="Spectrum Sans Book" panose="020B0402020503020304" pitchFamily="34" charset="0"/>
          </a:defRPr>
        </a:defPPr>
      </a:lstStyle>
    </a:txDef>
  </a:objectDefaults>
  <a:extraClrSchemeLst/>
  <a:extLst>
    <a:ext uri="{05A4C25C-085E-4340-85A3-A5531E510DB2}">
      <thm15:themeFamily xmlns:thm15="http://schemas.microsoft.com/office/thememl/2012/main" name="internal-presentation-template-standard-2025.potx  -  Read-Only" id="{459408AD-8ABE-4216-A193-227E990CF160}" vid="{D4283D55-076B-41D7-9246-EE52E7326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BED2AE4C5192D48B4BF6040408085CC" ma:contentTypeVersion="4" ma:contentTypeDescription="Create a new document." ma:contentTypeScope="" ma:versionID="262c2c8bb51c9adc9ad5b115daeff4d8">
  <xsd:schema xmlns:xsd="http://www.w3.org/2001/XMLSchema" xmlns:xs="http://www.w3.org/2001/XMLSchema" xmlns:p="http://schemas.microsoft.com/office/2006/metadata/properties" xmlns:ns2="a00bc20c-01b1-4b8f-b852-3e096ec1e6ac" targetNamespace="http://schemas.microsoft.com/office/2006/metadata/properties" ma:root="true" ma:fieldsID="80d2c832bceaf90e880fe961b971d14a" ns2:_="">
    <xsd:import namespace="a00bc20c-01b1-4b8f-b852-3e096ec1e6a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0bc20c-01b1-4b8f-b852-3e096ec1e6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DDAEFC-3B87-43F5-A5BC-457A03C37C5C}">
  <ds:schemaRefs>
    <ds:schemaRef ds:uri="http://schemas.microsoft.com/sharepoint/v3/contenttype/forms"/>
  </ds:schemaRefs>
</ds:datastoreItem>
</file>

<file path=customXml/itemProps2.xml><?xml version="1.0" encoding="utf-8"?>
<ds:datastoreItem xmlns:ds="http://schemas.openxmlformats.org/officeDocument/2006/customXml" ds:itemID="{3727EF1F-AE4B-400B-887F-523F312A8DE1}">
  <ds:schemaRefs>
    <ds:schemaRef ds:uri="http://purl.org/dc/elements/1.1/"/>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 ds:uri="http://www.w3.org/XML/1998/namespace"/>
    <ds:schemaRef ds:uri="http://schemas.microsoft.com/office/2006/documentManagement/types"/>
    <ds:schemaRef ds:uri="a00bc20c-01b1-4b8f-b852-3e096ec1e6ac"/>
  </ds:schemaRefs>
</ds:datastoreItem>
</file>

<file path=customXml/itemProps3.xml><?xml version="1.0" encoding="utf-8"?>
<ds:datastoreItem xmlns:ds="http://schemas.openxmlformats.org/officeDocument/2006/customXml" ds:itemID="{C85F4C7C-DAFD-4137-AE88-7B20DF6F3951}">
  <ds:schemaRefs>
    <ds:schemaRef ds:uri="a00bc20c-01b1-4b8f-b852-3e096ec1e6a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ce46077-c084-46ce-a700-e522340c27a8}" enabled="1" method="Standard" siteId="{c921337c-1160-432a-b079-805f59112843}" removed="0"/>
</clbl:labelList>
</file>

<file path=docProps/app.xml><?xml version="1.0" encoding="utf-8"?>
<Properties xmlns="http://schemas.openxmlformats.org/officeDocument/2006/extended-properties" xmlns:vt="http://schemas.openxmlformats.org/officeDocument/2006/docPropsVTypes">
  <Template>internal-presentation-template-standard-2025</Template>
  <TotalTime>1183</TotalTime>
  <Words>1883</Words>
  <Application>Microsoft Office PowerPoint</Application>
  <PresentationFormat>On-screen Show (4:3)</PresentationFormat>
  <Paragraphs>130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Spectrum Sans Book</vt:lpstr>
      <vt:lpstr>Spectrum Sans</vt:lpstr>
      <vt:lpstr>Spectrum</vt:lpstr>
      <vt:lpstr>Standardized Planning Tool</vt:lpstr>
      <vt:lpstr>Why This Matters:</vt:lpstr>
      <vt:lpstr>Define Success:</vt:lpstr>
      <vt:lpstr>Full Planning Platform: Planned Proof of Concept</vt:lpstr>
      <vt:lpstr>Planning Tool Summary</vt:lpstr>
      <vt:lpstr>Roster Management &amp; Resource Planning</vt:lpstr>
      <vt:lpstr>Resource Demand/Capacity Planning</vt:lpstr>
      <vt:lpstr>Hardware &amp; Material Management &amp; Planning</vt:lpstr>
      <vt:lpstr>Software Contract Management &amp; Planning</vt:lpstr>
    </vt:vector>
  </TitlesOfParts>
  <Company>Charter Communications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Bobcat</dc:creator>
  <cp:lastModifiedBy>Bobcat</cp:lastModifiedBy>
  <cp:revision>14</cp:revision>
  <cp:lastPrinted>2025-12-12T19:18:55Z</cp:lastPrinted>
  <dcterms:created xsi:type="dcterms:W3CDTF">2025-02-28T21:10:02Z</dcterms:created>
  <dcterms:modified xsi:type="dcterms:W3CDTF">2026-05-26T17:56:07Z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0x010100BBED2AE4C5192D48B4BF6040408085CC</vt:lpwstr>
  </property>
</Properties>
</file>